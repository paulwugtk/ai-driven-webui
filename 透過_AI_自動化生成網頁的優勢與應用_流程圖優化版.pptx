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12192000"/>
  <p:notesSz cx="6858000" cy="9144000"/>
  <p:embeddedFontLst>
    <p:embeddedFont>
      <p:font typeface="Nunito"/>
      <p:regular r:id="rId40"/>
      <p:bold r:id="rId41"/>
      <p:italic r:id="rId42"/>
      <p:boldItalic r:id="rId43"/>
    </p:embeddedFont>
    <p:embeddedFont>
      <p:font typeface="Maven Pro Medium"/>
      <p:regular r:id="rId44"/>
      <p:bold r:id="rId45"/>
    </p:embeddedFont>
    <p:embeddedFont>
      <p:font typeface="Helvetica Neue"/>
      <p:regular r:id="rId46"/>
      <p:bold r:id="rId47"/>
      <p:italic r:id="rId48"/>
      <p:boldItalic r:id="rId49"/>
    </p:embeddedFont>
    <p:embeddedFont>
      <p:font typeface="Helvetica Neue Light"/>
      <p:regular r:id="rId50"/>
      <p:bold r:id="rId51"/>
      <p:italic r:id="rId52"/>
      <p:boldItalic r:id="rId53"/>
    </p:embeddedFont>
    <p:embeddedFont>
      <p:font typeface="Century Gothic"/>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gLu04U9UHa8p8rOk4UmZmZFtu8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AF689B-DA7C-409E-BADF-7E190646C23E}">
  <a:tblStyle styleId="{A1AF689B-DA7C-409E-BADF-7E190646C23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esProps" Target="presProp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Master" Target="slideMasters/slideMaster1.xml"/><Relationship Id="rId40" Type="http://schemas.openxmlformats.org/officeDocument/2006/relationships/font" Target="fonts/Nunito-regular.fntdata"/><Relationship Id="rId41" Type="http://schemas.openxmlformats.org/officeDocument/2006/relationships/font" Target="fonts/Nunito-bold.fntdata"/><Relationship Id="rId42" Type="http://schemas.openxmlformats.org/officeDocument/2006/relationships/font" Target="fonts/Nunito-italic.fntdata"/><Relationship Id="rId43" Type="http://schemas.openxmlformats.org/officeDocument/2006/relationships/font" Target="fonts/Nunito-boldItalic.fntdata"/><Relationship Id="rId44" Type="http://schemas.openxmlformats.org/officeDocument/2006/relationships/font" Target="fonts/MavenProMedium-regular.fntdata"/><Relationship Id="rId45" Type="http://schemas.openxmlformats.org/officeDocument/2006/relationships/font" Target="fonts/MavenProMedium-bold.fntdata"/><Relationship Id="rId46" Type="http://schemas.openxmlformats.org/officeDocument/2006/relationships/font" Target="fonts/HelveticaNeue-regular.fntdata"/><Relationship Id="rId47" Type="http://schemas.openxmlformats.org/officeDocument/2006/relationships/font" Target="fonts/HelveticaNeue-bold.fntdata"/><Relationship Id="rId48" Type="http://schemas.openxmlformats.org/officeDocument/2006/relationships/font" Target="fonts/HelveticaNeue-italic.fntdata"/><Relationship Id="rId49" Type="http://schemas.openxmlformats.org/officeDocument/2006/relationships/font" Target="fonts/HelveticaNeue-boldItalic.fntdata"/><Relationship Id="rId5" Type="http://schemas.openxmlformats.org/officeDocument/2006/relationships/slideMaster" Target="slideMasters/slideMaster2.xml"/><Relationship Id="rId50" Type="http://schemas.openxmlformats.org/officeDocument/2006/relationships/font" Target="fonts/HelveticaNeueLight-regular.fntdata"/><Relationship Id="rId51" Type="http://schemas.openxmlformats.org/officeDocument/2006/relationships/font" Target="fonts/HelveticaNeueLight-bold.fntdata"/><Relationship Id="rId52" Type="http://schemas.openxmlformats.org/officeDocument/2006/relationships/font" Target="fonts/HelveticaNeueLight-italic.fntdata"/><Relationship Id="rId53" Type="http://schemas.openxmlformats.org/officeDocument/2006/relationships/font" Target="fonts/HelveticaNeueLight-boldItalic.fntdata"/><Relationship Id="rId54" Type="http://schemas.openxmlformats.org/officeDocument/2006/relationships/font" Target="fonts/CenturyGothic-regular.fntdata"/><Relationship Id="rId55" Type="http://schemas.openxmlformats.org/officeDocument/2006/relationships/font" Target="fonts/CenturyGothic-bold.fntdata"/><Relationship Id="rId56" Type="http://schemas.openxmlformats.org/officeDocument/2006/relationships/font" Target="fonts/CenturyGothic-italic.fntdata"/><Relationship Id="rId57" Type="http://schemas.openxmlformats.org/officeDocument/2006/relationships/font" Target="fonts/CenturyGothic-boldItalic.fntdata"/><Relationship Id="rId58" Type="http://customschemas.google.com/relationships/presentationmetadata" Target="metadata"/><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1cdfcc3a6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31cdfcc3a6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78b591f9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378b591f9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378b591f9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9bd4201d8_1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39bd4201d8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78b591f9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378b591f9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378b591f9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78b591f97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78b591f97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378b591f97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378b591f97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378b591f97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378b591f97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31cdfcc3a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31cdfcc3a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31cdfcc3a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zh-TW"/>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1cdfcc3a6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31cdfcc3a6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31cdfcc3a6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378b591f97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378b591f97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378b591f97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31be4d2b33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31be4d2b3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31cdfcc3a6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31cdfcc3a6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31cdfcc3a6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31cdfcc3a6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標題投影片" type="title">
  <p:cSld name="TITLE">
    <p:spTree>
      <p:nvGrpSpPr>
        <p:cNvPr id="13" name="Shape 13"/>
        <p:cNvGrpSpPr/>
        <p:nvPr/>
      </p:nvGrpSpPr>
      <p:grpSpPr>
        <a:xfrm>
          <a:off x="0" y="0"/>
          <a:ext cx="0" cy="0"/>
          <a:chOff x="0" y="0"/>
          <a:chExt cx="0" cy="0"/>
        </a:xfrm>
      </p:grpSpPr>
      <p:sp>
        <p:nvSpPr>
          <p:cNvPr id="14" name="Google Shape;14;p29"/>
          <p:cNvSpPr txBox="1"/>
          <p:nvPr>
            <p:ph type="ctrTitle"/>
          </p:nvPr>
        </p:nvSpPr>
        <p:spPr>
          <a:xfrm>
            <a:off x="1524000" y="1122363"/>
            <a:ext cx="9144000" cy="238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000"/>
              <a:buNone/>
              <a:defRPr sz="6000"/>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3800"/>
              <a:buNone/>
              <a:defRPr/>
            </a:lvl6pPr>
            <a:lvl7pPr lvl="6" algn="l">
              <a:lnSpc>
                <a:spcPct val="100000"/>
              </a:lnSpc>
              <a:spcBef>
                <a:spcPts val="0"/>
              </a:spcBef>
              <a:spcAft>
                <a:spcPts val="0"/>
              </a:spcAft>
              <a:buSzPts val="3800"/>
              <a:buNone/>
              <a:defRPr/>
            </a:lvl7pPr>
            <a:lvl8pPr lvl="7" algn="l">
              <a:lnSpc>
                <a:spcPct val="100000"/>
              </a:lnSpc>
              <a:spcBef>
                <a:spcPts val="0"/>
              </a:spcBef>
              <a:spcAft>
                <a:spcPts val="0"/>
              </a:spcAft>
              <a:buSzPts val="3800"/>
              <a:buNone/>
              <a:defRPr/>
            </a:lvl8pPr>
            <a:lvl9pPr lvl="8" algn="l">
              <a:lnSpc>
                <a:spcPct val="100000"/>
              </a:lnSpc>
              <a:spcBef>
                <a:spcPts val="0"/>
              </a:spcBef>
              <a:spcAft>
                <a:spcPts val="0"/>
              </a:spcAft>
              <a:buSzPts val="3800"/>
              <a:buNone/>
              <a:defRPr/>
            </a:lvl9pPr>
          </a:lstStyle>
          <a:p/>
        </p:txBody>
      </p:sp>
      <p:sp>
        <p:nvSpPr>
          <p:cNvPr id="15" name="Google Shape;15;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16" name="Google Shape;16;p2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2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2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a:ea typeface="Arial"/>
                <a:cs typeface="Arial"/>
                <a:sym typeface="Arial"/>
              </a:defRPr>
            </a:lvl1pPr>
            <a:lvl2pPr indent="0" lvl="1" marL="0" marR="0" rtl="0" algn="l">
              <a:spcBef>
                <a:spcPts val="0"/>
              </a:spcBef>
              <a:buNone/>
              <a:defRPr b="0" i="0" sz="1800" u="none" cap="none" strike="noStrike">
                <a:solidFill>
                  <a:schemeClr val="dk1"/>
                </a:solidFill>
                <a:latin typeface="Arial"/>
                <a:ea typeface="Arial"/>
                <a:cs typeface="Arial"/>
                <a:sym typeface="Arial"/>
              </a:defRPr>
            </a:lvl2pPr>
            <a:lvl3pPr indent="0" lvl="2" marL="0" marR="0" rtl="0" algn="l">
              <a:spcBef>
                <a:spcPts val="0"/>
              </a:spcBef>
              <a:buNone/>
              <a:defRPr b="0" i="0" sz="1800" u="none" cap="none" strike="noStrike">
                <a:solidFill>
                  <a:schemeClr val="dk1"/>
                </a:solidFill>
                <a:latin typeface="Arial"/>
                <a:ea typeface="Arial"/>
                <a:cs typeface="Arial"/>
                <a:sym typeface="Arial"/>
              </a:defRPr>
            </a:lvl3pPr>
            <a:lvl4pPr indent="0" lvl="3" marL="0" marR="0" rtl="0" algn="l">
              <a:spcBef>
                <a:spcPts val="0"/>
              </a:spcBef>
              <a:buNone/>
              <a:defRPr b="0" i="0" sz="1800" u="none" cap="none" strike="noStrike">
                <a:solidFill>
                  <a:schemeClr val="dk1"/>
                </a:solidFill>
                <a:latin typeface="Arial"/>
                <a:ea typeface="Arial"/>
                <a:cs typeface="Arial"/>
                <a:sym typeface="Arial"/>
              </a:defRPr>
            </a:lvl4pPr>
            <a:lvl5pPr indent="0" lvl="4" marL="0" marR="0" rtl="0" algn="l">
              <a:spcBef>
                <a:spcPts val="0"/>
              </a:spcBef>
              <a:buNone/>
              <a:defRPr b="0" i="0" sz="1800" u="none" cap="none" strike="noStrike">
                <a:solidFill>
                  <a:schemeClr val="dk1"/>
                </a:solidFill>
                <a:latin typeface="Arial"/>
                <a:ea typeface="Arial"/>
                <a:cs typeface="Arial"/>
                <a:sym typeface="Arial"/>
              </a:defRPr>
            </a:lvl5pPr>
            <a:lvl6pPr indent="0" lvl="5" marL="0" marR="0" rtl="0" algn="l">
              <a:spcBef>
                <a:spcPts val="0"/>
              </a:spcBef>
              <a:buNone/>
              <a:defRPr b="0" i="0" sz="1800" u="none" cap="none" strike="noStrike">
                <a:solidFill>
                  <a:schemeClr val="dk1"/>
                </a:solidFill>
                <a:latin typeface="Arial"/>
                <a:ea typeface="Arial"/>
                <a:cs typeface="Arial"/>
                <a:sym typeface="Arial"/>
              </a:defRPr>
            </a:lvl6pPr>
            <a:lvl7pPr indent="0" lvl="6" marL="0" marR="0" rtl="0" algn="l">
              <a:spcBef>
                <a:spcPts val="0"/>
              </a:spcBef>
              <a:buNone/>
              <a:defRPr b="0" i="0" sz="1800" u="none" cap="none" strike="noStrike">
                <a:solidFill>
                  <a:schemeClr val="dk1"/>
                </a:solidFill>
                <a:latin typeface="Arial"/>
                <a:ea typeface="Arial"/>
                <a:cs typeface="Arial"/>
                <a:sym typeface="Arial"/>
              </a:defRPr>
            </a:lvl7pPr>
            <a:lvl8pPr indent="0" lvl="7" marL="0" marR="0" rtl="0" algn="l">
              <a:spcBef>
                <a:spcPts val="0"/>
              </a:spcBef>
              <a:buNone/>
              <a:defRPr b="0" i="0" sz="1800" u="none" cap="none" strike="noStrike">
                <a:solidFill>
                  <a:schemeClr val="dk1"/>
                </a:solidFill>
                <a:latin typeface="Arial"/>
                <a:ea typeface="Arial"/>
                <a:cs typeface="Arial"/>
                <a:sym typeface="Arial"/>
              </a:defRPr>
            </a:lvl8pPr>
            <a:lvl9pPr indent="0" lvl="8" marL="0" marR="0" rtl="0" algn="l">
              <a:spcBef>
                <a:spcPts val="0"/>
              </a:spcBef>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p:cSld name="標題投影片">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自訂版面配置">
  <p:cSld name="自訂版面配置">
    <p:spTree>
      <p:nvGrpSpPr>
        <p:cNvPr id="20" name="Shape 20"/>
        <p:cNvGrpSpPr/>
        <p:nvPr/>
      </p:nvGrpSpPr>
      <p:grpSpPr>
        <a:xfrm>
          <a:off x="0" y="0"/>
          <a:ext cx="0" cy="0"/>
          <a:chOff x="0" y="0"/>
          <a:chExt cx="0" cy="0"/>
        </a:xfrm>
      </p:grpSpPr>
      <p:sp>
        <p:nvSpPr>
          <p:cNvPr id="21" name="Google Shape;21;p34"/>
          <p:cNvSpPr txBox="1"/>
          <p:nvPr>
            <p:ph type="title"/>
          </p:nvPr>
        </p:nvSpPr>
        <p:spPr>
          <a:xfrm>
            <a:off x="571500" y="768350"/>
            <a:ext cx="10102851" cy="1589088"/>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55198"/>
              </a:buClr>
              <a:buSzPts val="1800"/>
              <a:buNone/>
              <a:defRPr/>
            </a:lvl1pPr>
            <a:lvl2pPr lvl="1" algn="l">
              <a:lnSpc>
                <a:spcPct val="100000"/>
              </a:lnSpc>
              <a:spcBef>
                <a:spcPts val="0"/>
              </a:spcBef>
              <a:spcAft>
                <a:spcPts val="0"/>
              </a:spcAft>
              <a:buClr>
                <a:srgbClr val="055198"/>
              </a:buClr>
              <a:buSzPts val="1800"/>
              <a:buNone/>
              <a:defRPr/>
            </a:lvl2pPr>
            <a:lvl3pPr lvl="2" algn="l">
              <a:lnSpc>
                <a:spcPct val="100000"/>
              </a:lnSpc>
              <a:spcBef>
                <a:spcPts val="0"/>
              </a:spcBef>
              <a:spcAft>
                <a:spcPts val="0"/>
              </a:spcAft>
              <a:buClr>
                <a:srgbClr val="055198"/>
              </a:buClr>
              <a:buSzPts val="1800"/>
              <a:buNone/>
              <a:defRPr/>
            </a:lvl3pPr>
            <a:lvl4pPr lvl="3" algn="l">
              <a:lnSpc>
                <a:spcPct val="100000"/>
              </a:lnSpc>
              <a:spcBef>
                <a:spcPts val="0"/>
              </a:spcBef>
              <a:spcAft>
                <a:spcPts val="0"/>
              </a:spcAft>
              <a:buClr>
                <a:srgbClr val="055198"/>
              </a:buClr>
              <a:buSzPts val="1800"/>
              <a:buNone/>
              <a:defRPr/>
            </a:lvl4pPr>
            <a:lvl5pPr lvl="4" algn="l">
              <a:lnSpc>
                <a:spcPct val="100000"/>
              </a:lnSpc>
              <a:spcBef>
                <a:spcPts val="0"/>
              </a:spcBef>
              <a:spcAft>
                <a:spcPts val="0"/>
              </a:spcAft>
              <a:buClr>
                <a:srgbClr val="055198"/>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22" name="Shape 22"/>
        <p:cNvGrpSpPr/>
        <p:nvPr/>
      </p:nvGrpSpPr>
      <p:grpSpPr>
        <a:xfrm>
          <a:off x="0" y="0"/>
          <a:ext cx="0" cy="0"/>
          <a:chOff x="0" y="0"/>
          <a:chExt cx="0" cy="0"/>
        </a:xfrm>
      </p:grpSpPr>
      <p:sp>
        <p:nvSpPr>
          <p:cNvPr id="23" name="Google Shape;23;p35"/>
          <p:cNvSpPr txBox="1"/>
          <p:nvPr>
            <p:ph type="title"/>
          </p:nvPr>
        </p:nvSpPr>
        <p:spPr>
          <a:xfrm>
            <a:off x="571500" y="768350"/>
            <a:ext cx="10102851" cy="1589088"/>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3800"/>
              <a:buNone/>
              <a:defRPr/>
            </a:lvl6pPr>
            <a:lvl7pPr lvl="6" algn="l">
              <a:lnSpc>
                <a:spcPct val="100000"/>
              </a:lnSpc>
              <a:spcBef>
                <a:spcPts val="0"/>
              </a:spcBef>
              <a:spcAft>
                <a:spcPts val="0"/>
              </a:spcAft>
              <a:buSzPts val="3800"/>
              <a:buNone/>
              <a:defRPr/>
            </a:lvl7pPr>
            <a:lvl8pPr lvl="7" algn="l">
              <a:lnSpc>
                <a:spcPct val="100000"/>
              </a:lnSpc>
              <a:spcBef>
                <a:spcPts val="0"/>
              </a:spcBef>
              <a:spcAft>
                <a:spcPts val="0"/>
              </a:spcAft>
              <a:buSzPts val="3800"/>
              <a:buNone/>
              <a:defRPr/>
            </a:lvl8pPr>
            <a:lvl9pPr lvl="8" algn="l">
              <a:lnSpc>
                <a:spcPct val="100000"/>
              </a:lnSpc>
              <a:spcBef>
                <a:spcPts val="0"/>
              </a:spcBef>
              <a:spcAft>
                <a:spcPts val="0"/>
              </a:spcAft>
              <a:buSzPts val="3800"/>
              <a:buNone/>
              <a:defRPr/>
            </a:lvl9pPr>
          </a:lstStyle>
          <a:p/>
        </p:txBody>
      </p:sp>
      <p:sp>
        <p:nvSpPr>
          <p:cNvPr id="24" name="Google Shape;24;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 name="Google Shape;25;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 name="Google Shape;27;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p:cSld name="標題及物件">
    <p:spTree>
      <p:nvGrpSpPr>
        <p:cNvPr id="34" name="Shape 34"/>
        <p:cNvGrpSpPr/>
        <p:nvPr/>
      </p:nvGrpSpPr>
      <p:grpSpPr>
        <a:xfrm>
          <a:off x="0" y="0"/>
          <a:ext cx="0" cy="0"/>
          <a:chOff x="0" y="0"/>
          <a:chExt cx="0" cy="0"/>
        </a:xfrm>
      </p:grpSpPr>
      <p:sp>
        <p:nvSpPr>
          <p:cNvPr id="35" name="Google Shape;35;p31"/>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lvl1pPr indent="-368300" lvl="0" marL="457200" marR="0" algn="l">
              <a:lnSpc>
                <a:spcPct val="120000"/>
              </a:lnSpc>
              <a:spcBef>
                <a:spcPts val="0"/>
              </a:spcBef>
              <a:spcAft>
                <a:spcPts val="0"/>
              </a:spcAft>
              <a:buClr>
                <a:schemeClr val="dk1"/>
              </a:buClr>
              <a:buSzPts val="2200"/>
              <a:buFont typeface="Nunito"/>
              <a:buChar char="•"/>
              <a:defRPr i="0" sz="2200" u="none" cap="none" strike="noStrike">
                <a:solidFill>
                  <a:schemeClr val="dk1"/>
                </a:solidFill>
                <a:latin typeface="Nunito"/>
                <a:ea typeface="Nunito"/>
                <a:cs typeface="Nunito"/>
                <a:sym typeface="Nunito"/>
              </a:defRPr>
            </a:lvl1pPr>
            <a:lvl2pPr indent="-368300" lvl="1" marL="914400" marR="0" algn="l">
              <a:lnSpc>
                <a:spcPct val="120000"/>
              </a:lnSpc>
              <a:spcBef>
                <a:spcPts val="0"/>
              </a:spcBef>
              <a:spcAft>
                <a:spcPts val="0"/>
              </a:spcAft>
              <a:buClr>
                <a:schemeClr val="dk1"/>
              </a:buClr>
              <a:buSzPts val="2200"/>
              <a:buFont typeface="Nunito"/>
              <a:buChar char="–"/>
              <a:defRPr i="0" sz="2200" u="none" cap="none" strike="noStrike">
                <a:solidFill>
                  <a:schemeClr val="dk1"/>
                </a:solidFill>
                <a:latin typeface="Nunito"/>
                <a:ea typeface="Nunito"/>
                <a:cs typeface="Nunito"/>
                <a:sym typeface="Nunito"/>
              </a:defRPr>
            </a:lvl2pPr>
            <a:lvl3pPr indent="-368300" lvl="2" marL="1371600" marR="0" algn="l">
              <a:lnSpc>
                <a:spcPct val="120000"/>
              </a:lnSpc>
              <a:spcBef>
                <a:spcPts val="0"/>
              </a:spcBef>
              <a:spcAft>
                <a:spcPts val="0"/>
              </a:spcAft>
              <a:buClr>
                <a:schemeClr val="dk1"/>
              </a:buClr>
              <a:buSzPts val="2200"/>
              <a:buFont typeface="Nunito"/>
              <a:buChar char="•"/>
              <a:defRPr i="0" sz="2200" u="none" cap="none" strike="noStrike">
                <a:solidFill>
                  <a:schemeClr val="dk1"/>
                </a:solidFill>
                <a:latin typeface="Nunito"/>
                <a:ea typeface="Nunito"/>
                <a:cs typeface="Nunito"/>
                <a:sym typeface="Nunito"/>
              </a:defRPr>
            </a:lvl3pPr>
            <a:lvl4pPr indent="-368300" lvl="3" marL="1828800" marR="0" algn="l">
              <a:lnSpc>
                <a:spcPct val="120000"/>
              </a:lnSpc>
              <a:spcBef>
                <a:spcPts val="0"/>
              </a:spcBef>
              <a:spcAft>
                <a:spcPts val="0"/>
              </a:spcAft>
              <a:buClr>
                <a:schemeClr val="dk1"/>
              </a:buClr>
              <a:buSzPts val="2200"/>
              <a:buFont typeface="Nunito"/>
              <a:buChar char="–"/>
              <a:defRPr i="0" sz="2200" u="none" cap="none" strike="noStrike">
                <a:solidFill>
                  <a:schemeClr val="dk1"/>
                </a:solidFill>
                <a:latin typeface="Nunito"/>
                <a:ea typeface="Nunito"/>
                <a:cs typeface="Nunito"/>
                <a:sym typeface="Nunito"/>
              </a:defRPr>
            </a:lvl4pPr>
            <a:lvl5pPr indent="-368300" lvl="4" marL="2286000" marR="0" algn="l">
              <a:lnSpc>
                <a:spcPct val="120000"/>
              </a:lnSpc>
              <a:spcBef>
                <a:spcPts val="0"/>
              </a:spcBef>
              <a:spcAft>
                <a:spcPts val="0"/>
              </a:spcAft>
              <a:buClr>
                <a:schemeClr val="dk1"/>
              </a:buClr>
              <a:buSzPts val="2200"/>
              <a:buFont typeface="Nunito"/>
              <a:buChar char="»"/>
              <a:defRPr i="0" sz="2200" u="none" cap="none" strike="noStrike">
                <a:solidFill>
                  <a:schemeClr val="dk1"/>
                </a:solidFill>
                <a:latin typeface="Nunito"/>
                <a:ea typeface="Nunito"/>
                <a:cs typeface="Nunito"/>
                <a:sym typeface="Nunito"/>
              </a:defRPr>
            </a:lvl5pPr>
            <a:lvl6pPr indent="-228600" lvl="5" marL="2743200" marR="0" algn="l">
              <a:lnSpc>
                <a:spcPct val="120000"/>
              </a:lnSpc>
              <a:spcBef>
                <a:spcPts val="0"/>
              </a:spcBef>
              <a:spcAft>
                <a:spcPts val="0"/>
              </a:spcAft>
              <a:buClr>
                <a:srgbClr val="FFFFFF"/>
              </a:buClr>
              <a:buSzPts val="5000"/>
              <a:buFont typeface="Nunito"/>
              <a:buNone/>
              <a:defRPr i="0" sz="5000" u="none" cap="none" strike="noStrike">
                <a:solidFill>
                  <a:srgbClr val="FFFFFF"/>
                </a:solidFill>
                <a:latin typeface="Nunito"/>
                <a:ea typeface="Nunito"/>
                <a:cs typeface="Nunito"/>
                <a:sym typeface="Nunito"/>
              </a:defRPr>
            </a:lvl6pPr>
            <a:lvl7pPr indent="-228600" lvl="6" marL="3200400" marR="0" algn="l">
              <a:lnSpc>
                <a:spcPct val="120000"/>
              </a:lnSpc>
              <a:spcBef>
                <a:spcPts val="0"/>
              </a:spcBef>
              <a:spcAft>
                <a:spcPts val="0"/>
              </a:spcAft>
              <a:buClr>
                <a:srgbClr val="FFFFFF"/>
              </a:buClr>
              <a:buSzPts val="5000"/>
              <a:buFont typeface="Nunito"/>
              <a:buNone/>
              <a:defRPr i="0" sz="5000" u="none" cap="none" strike="noStrike">
                <a:solidFill>
                  <a:srgbClr val="FFFFFF"/>
                </a:solidFill>
                <a:latin typeface="Nunito"/>
                <a:ea typeface="Nunito"/>
                <a:cs typeface="Nunito"/>
                <a:sym typeface="Nunito"/>
              </a:defRPr>
            </a:lvl7pPr>
            <a:lvl8pPr indent="-228600" lvl="7" marL="3657600" marR="0" algn="l">
              <a:lnSpc>
                <a:spcPct val="120000"/>
              </a:lnSpc>
              <a:spcBef>
                <a:spcPts val="0"/>
              </a:spcBef>
              <a:spcAft>
                <a:spcPts val="0"/>
              </a:spcAft>
              <a:buClr>
                <a:srgbClr val="FFFFFF"/>
              </a:buClr>
              <a:buSzPts val="5000"/>
              <a:buFont typeface="Nunito"/>
              <a:buNone/>
              <a:defRPr i="0" sz="5000" u="none" cap="none" strike="noStrike">
                <a:solidFill>
                  <a:srgbClr val="FFFFFF"/>
                </a:solidFill>
                <a:latin typeface="Nunito"/>
                <a:ea typeface="Nunito"/>
                <a:cs typeface="Nunito"/>
                <a:sym typeface="Nunito"/>
              </a:defRPr>
            </a:lvl8pPr>
            <a:lvl9pPr indent="-228600" lvl="8" marL="4114800" marR="0" algn="l">
              <a:lnSpc>
                <a:spcPct val="120000"/>
              </a:lnSpc>
              <a:spcBef>
                <a:spcPts val="0"/>
              </a:spcBef>
              <a:spcAft>
                <a:spcPts val="0"/>
              </a:spcAft>
              <a:buClr>
                <a:srgbClr val="FFFFFF"/>
              </a:buClr>
              <a:buSzPts val="5000"/>
              <a:buFont typeface="Nunito"/>
              <a:buNone/>
              <a:defRPr i="0" sz="5000" u="none" cap="none" strike="noStrike">
                <a:solidFill>
                  <a:srgbClr val="FFFFFF"/>
                </a:solidFill>
                <a:latin typeface="Nunito"/>
                <a:ea typeface="Nunito"/>
                <a:cs typeface="Nunito"/>
                <a:sym typeface="Nunito"/>
              </a:defRPr>
            </a:lvl9pPr>
          </a:lstStyle>
          <a:p/>
        </p:txBody>
      </p:sp>
      <p:sp>
        <p:nvSpPr>
          <p:cNvPr id="36" name="Google Shape;36;p31"/>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FFFFFF"/>
              </a:buClr>
              <a:buSzPts val="3000"/>
              <a:buFont typeface="Nunito"/>
              <a:buNone/>
              <a:defRPr i="0" sz="3000" u="none" cap="none" strike="noStrike">
                <a:solidFill>
                  <a:srgbClr val="FFFFFF"/>
                </a:solidFill>
                <a:latin typeface="Nunito"/>
                <a:ea typeface="Nunito"/>
                <a:cs typeface="Nunito"/>
                <a:sym typeface="Nunito"/>
              </a:defRPr>
            </a:lvl1pPr>
            <a:lvl2pPr lvl="1" marR="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2pPr>
            <a:lvl3pPr lvl="2" marR="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3pPr>
            <a:lvl4pPr lvl="3" marR="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4pPr>
            <a:lvl5pPr lvl="4" marR="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5pPr>
            <a:lvl6pPr lvl="5" marR="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6pPr>
            <a:lvl7pPr lvl="6" marR="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7pPr>
            <a:lvl8pPr lvl="7" marR="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8pPr>
            <a:lvl9pPr lvl="8" marR="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9pPr>
          </a:lstStyle>
          <a:p/>
        </p:txBody>
      </p:sp>
      <p:sp>
        <p:nvSpPr>
          <p:cNvPr id="37" name="Google Shape;37;p31"/>
          <p:cNvSpPr txBox="1"/>
          <p:nvPr>
            <p:ph idx="12" type="sldNum"/>
          </p:nvPr>
        </p:nvSpPr>
        <p:spPr>
          <a:xfrm>
            <a:off x="8504768" y="9296400"/>
            <a:ext cx="319500" cy="2364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rgbClr val="FFFFFF"/>
        </a:solidFill>
      </p:bgPr>
    </p:bg>
    <p:spTree>
      <p:nvGrpSpPr>
        <p:cNvPr id="38" name="Shape 38"/>
        <p:cNvGrpSpPr/>
        <p:nvPr/>
      </p:nvGrpSpPr>
      <p:grpSpPr>
        <a:xfrm>
          <a:off x="0" y="0"/>
          <a:ext cx="0" cy="0"/>
          <a:chOff x="0" y="0"/>
          <a:chExt cx="0" cy="0"/>
        </a:xfrm>
      </p:grpSpPr>
      <p:sp>
        <p:nvSpPr>
          <p:cNvPr id="39" name="Google Shape;39;p32"/>
          <p:cNvSpPr txBox="1"/>
          <p:nvPr>
            <p:ph idx="12" type="sldNum"/>
          </p:nvPr>
        </p:nvSpPr>
        <p:spPr>
          <a:xfrm>
            <a:off x="6000750" y="6540499"/>
            <a:ext cx="184200" cy="189900"/>
          </a:xfrm>
          <a:prstGeom prst="rect">
            <a:avLst/>
          </a:prstGeom>
          <a:noFill/>
          <a:ln>
            <a:noFill/>
          </a:ln>
        </p:spPr>
        <p:txBody>
          <a:bodyPr anchorCtr="0" anchor="b" bIns="25400" lIns="25400" spcFirstLastPara="1" rIns="25400" wrap="square" tIns="25400">
            <a:spAutoFit/>
          </a:bodyPr>
          <a:lstStyle>
            <a:lvl1pPr indent="0" lvl="0"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900"/>
              <a:buFont typeface="Helvetica Neue"/>
              <a:buNone/>
              <a:defRPr b="0" i="0" sz="9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zh-TW"/>
              <a:t>‹#›</a:t>
            </a:fld>
            <a:endParaRPr/>
          </a:p>
        </p:txBody>
      </p:sp>
      <p:sp>
        <p:nvSpPr>
          <p:cNvPr id="40" name="Google Shape;40;p32"/>
          <p:cNvSpPr txBox="1"/>
          <p:nvPr/>
        </p:nvSpPr>
        <p:spPr>
          <a:xfrm>
            <a:off x="1314450" y="6620160"/>
            <a:ext cx="3747600" cy="128400"/>
          </a:xfrm>
          <a:prstGeom prst="rect">
            <a:avLst/>
          </a:prstGeom>
          <a:noFill/>
          <a:ln>
            <a:noFill/>
          </a:ln>
        </p:spPr>
        <p:txBody>
          <a:bodyPr anchorCtr="0" anchor="ctr" bIns="25400" lIns="25400" spcFirstLastPara="1" rIns="25400" wrap="square" tIns="25400">
            <a:spAutoFit/>
          </a:bodyPr>
          <a:lstStyle/>
          <a:p>
            <a:pPr indent="0" lvl="0" marL="0" marR="0" rtl="0" algn="l">
              <a:lnSpc>
                <a:spcPct val="100000"/>
              </a:lnSpc>
              <a:spcBef>
                <a:spcPts val="0"/>
              </a:spcBef>
              <a:spcAft>
                <a:spcPts val="0"/>
              </a:spcAft>
              <a:buClr>
                <a:srgbClr val="000000"/>
              </a:buClr>
              <a:buSzPts val="500"/>
              <a:buFont typeface="Century Gothic"/>
              <a:buNone/>
            </a:pPr>
            <a:r>
              <a:rPr b="0" i="0" lang="zh-TW" sz="500" u="none" cap="none" strike="noStrike">
                <a:solidFill>
                  <a:srgbClr val="000000"/>
                </a:solidFill>
                <a:latin typeface="Century Gothic"/>
                <a:ea typeface="Century Gothic"/>
                <a:cs typeface="Century Gothic"/>
                <a:sym typeface="Century Gothic"/>
              </a:rPr>
              <a:t>©2024 Gemtek Technology Co., Ltd – Confidential &amp; Proprietary</a:t>
            </a:r>
            <a:endParaRPr b="0" i="0" sz="700" u="none" cap="none" strike="noStrike">
              <a:solidFill>
                <a:srgbClr val="000000"/>
              </a:solidFill>
              <a:latin typeface="Arial"/>
              <a:ea typeface="Arial"/>
              <a:cs typeface="Arial"/>
              <a:sym typeface="Arial"/>
            </a:endParaRPr>
          </a:p>
        </p:txBody>
      </p:sp>
      <p:sp>
        <p:nvSpPr>
          <p:cNvPr id="41" name="Google Shape;41;p32"/>
          <p:cNvSpPr txBox="1"/>
          <p:nvPr/>
        </p:nvSpPr>
        <p:spPr>
          <a:xfrm>
            <a:off x="5996696" y="6538004"/>
            <a:ext cx="192300" cy="189900"/>
          </a:xfrm>
          <a:prstGeom prst="rect">
            <a:avLst/>
          </a:prstGeom>
          <a:noFill/>
          <a:ln>
            <a:noFill/>
          </a:ln>
        </p:spPr>
        <p:txBody>
          <a:bodyPr anchorCtr="0" anchor="b" bIns="25400" lIns="25400" spcFirstLastPara="1" rIns="25400" wrap="square" tIns="25400">
            <a:spAutoFit/>
          </a:bodyPr>
          <a:lstStyle/>
          <a:p>
            <a:pPr indent="0" lvl="0" marL="0" marR="0" rtl="0" algn="ctr">
              <a:lnSpc>
                <a:spcPct val="100000"/>
              </a:lnSpc>
              <a:spcBef>
                <a:spcPts val="0"/>
              </a:spcBef>
              <a:spcAft>
                <a:spcPts val="0"/>
              </a:spcAft>
              <a:buClr>
                <a:srgbClr val="000000"/>
              </a:buClr>
              <a:buSzPts val="900"/>
              <a:buFont typeface="Century Gothic"/>
              <a:buNone/>
            </a:pPr>
            <a:fld id="{00000000-1234-1234-1234-123412341234}" type="slidenum">
              <a:rPr b="0" i="0" lang="zh-TW" sz="900" u="none" cap="none" strike="noStrike">
                <a:solidFill>
                  <a:srgbClr val="000000"/>
                </a:solidFill>
                <a:latin typeface="Century Gothic"/>
                <a:ea typeface="Century Gothic"/>
                <a:cs typeface="Century Gothic"/>
                <a:sym typeface="Century Gothic"/>
              </a:rPr>
              <a:t>‹#›</a:t>
            </a:fld>
            <a:endParaRPr b="0" i="0" sz="900" u="none" cap="none" strike="noStrike">
              <a:solidFill>
                <a:srgbClr val="000000"/>
              </a:solidFill>
              <a:latin typeface="Century Gothic"/>
              <a:ea typeface="Century Gothic"/>
              <a:cs typeface="Century Gothic"/>
              <a:sym typeface="Century Gothic"/>
            </a:endParaRPr>
          </a:p>
        </p:txBody>
      </p:sp>
      <p:pic>
        <p:nvPicPr>
          <p:cNvPr id="42" name="Google Shape;42;p32"/>
          <p:cNvPicPr preferRelativeResize="0"/>
          <p:nvPr/>
        </p:nvPicPr>
        <p:blipFill rotWithShape="1">
          <a:blip r:embed="rId2">
            <a:alphaModFix/>
          </a:blip>
          <a:srcRect b="0" l="0" r="0" t="0"/>
          <a:stretch/>
        </p:blipFill>
        <p:spPr>
          <a:xfrm>
            <a:off x="190500" y="6516000"/>
            <a:ext cx="1091963" cy="19412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3" name="Shape 43"/>
        <p:cNvGrpSpPr/>
        <p:nvPr/>
      </p:nvGrpSpPr>
      <p:grpSpPr>
        <a:xfrm>
          <a:off x="0" y="0"/>
          <a:ext cx="0" cy="0"/>
          <a:chOff x="0" y="0"/>
          <a:chExt cx="0" cy="0"/>
        </a:xfrm>
      </p:grpSpPr>
      <p:sp>
        <p:nvSpPr>
          <p:cNvPr id="44" name="Google Shape;44;p36"/>
          <p:cNvSpPr txBox="1"/>
          <p:nvPr>
            <p:ph type="title"/>
          </p:nvPr>
        </p:nvSpPr>
        <p:spPr>
          <a:xfrm>
            <a:off x="0" y="0"/>
            <a:ext cx="121920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800"/>
              <a:buNone/>
              <a:defRPr/>
            </a:lvl6pPr>
            <a:lvl7pPr lvl="6" algn="ctr">
              <a:lnSpc>
                <a:spcPct val="100000"/>
              </a:lnSpc>
              <a:spcBef>
                <a:spcPts val="0"/>
              </a:spcBef>
              <a:spcAft>
                <a:spcPts val="0"/>
              </a:spcAft>
              <a:buSzPts val="3800"/>
              <a:buNone/>
              <a:defRPr/>
            </a:lvl7pPr>
            <a:lvl8pPr lvl="7" algn="ctr">
              <a:lnSpc>
                <a:spcPct val="100000"/>
              </a:lnSpc>
              <a:spcBef>
                <a:spcPts val="0"/>
              </a:spcBef>
              <a:spcAft>
                <a:spcPts val="0"/>
              </a:spcAft>
              <a:buSzPts val="3800"/>
              <a:buNone/>
              <a:defRPr/>
            </a:lvl8pPr>
            <a:lvl9pPr lvl="8" algn="ctr">
              <a:lnSpc>
                <a:spcPct val="100000"/>
              </a:lnSpc>
              <a:spcBef>
                <a:spcPts val="0"/>
              </a:spcBef>
              <a:spcAft>
                <a:spcPts val="0"/>
              </a:spcAft>
              <a:buSzPts val="3800"/>
              <a:buNone/>
              <a:defRPr/>
            </a:lvl9pPr>
          </a:lstStyle>
          <a:p/>
        </p:txBody>
      </p:sp>
      <p:sp>
        <p:nvSpPr>
          <p:cNvPr id="45" name="Google Shape;45;p36"/>
          <p:cNvSpPr txBox="1"/>
          <p:nvPr>
            <p:ph idx="12" type="sldNum"/>
          </p:nvPr>
        </p:nvSpPr>
        <p:spPr>
          <a:xfrm>
            <a:off x="11379200" y="609600"/>
            <a:ext cx="6096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自訂版面配置">
  <p:cSld name="自訂版面配置">
    <p:spTree>
      <p:nvGrpSpPr>
        <p:cNvPr id="46" name="Shape 46"/>
        <p:cNvGrpSpPr/>
        <p:nvPr/>
      </p:nvGrpSpPr>
      <p:grpSpPr>
        <a:xfrm>
          <a:off x="0" y="0"/>
          <a:ext cx="0" cy="0"/>
          <a:chOff x="0" y="0"/>
          <a:chExt cx="0" cy="0"/>
        </a:xfrm>
      </p:grpSpPr>
      <p:sp>
        <p:nvSpPr>
          <p:cNvPr id="47" name="Google Shape;47;p37"/>
          <p:cNvSpPr txBox="1"/>
          <p:nvPr>
            <p:ph type="title"/>
          </p:nvPr>
        </p:nvSpPr>
        <p:spPr>
          <a:xfrm>
            <a:off x="143933" y="1"/>
            <a:ext cx="11423700" cy="93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1800"/>
              <a:buNone/>
              <a:defRPr/>
            </a:lvl1pPr>
            <a:lvl2pPr lvl="1" algn="l">
              <a:lnSpc>
                <a:spcPct val="100000"/>
              </a:lnSpc>
              <a:spcBef>
                <a:spcPts val="0"/>
              </a:spcBef>
              <a:spcAft>
                <a:spcPts val="0"/>
              </a:spcAft>
              <a:buClr>
                <a:srgbClr val="FFFFFF"/>
              </a:buClr>
              <a:buSzPts val="1800"/>
              <a:buNone/>
              <a:defRPr/>
            </a:lvl2pPr>
            <a:lvl3pPr lvl="2" algn="l">
              <a:lnSpc>
                <a:spcPct val="100000"/>
              </a:lnSpc>
              <a:spcBef>
                <a:spcPts val="0"/>
              </a:spcBef>
              <a:spcAft>
                <a:spcPts val="0"/>
              </a:spcAft>
              <a:buClr>
                <a:srgbClr val="FFFFFF"/>
              </a:buClr>
              <a:buSzPts val="1800"/>
              <a:buNone/>
              <a:defRPr/>
            </a:lvl3pPr>
            <a:lvl4pPr lvl="3" algn="l">
              <a:lnSpc>
                <a:spcPct val="100000"/>
              </a:lnSpc>
              <a:spcBef>
                <a:spcPts val="0"/>
              </a:spcBef>
              <a:spcAft>
                <a:spcPts val="0"/>
              </a:spcAft>
              <a:buClr>
                <a:srgbClr val="FFFFFF"/>
              </a:buClr>
              <a:buSzPts val="1800"/>
              <a:buNone/>
              <a:defRPr/>
            </a:lvl4pPr>
            <a:lvl5pPr lvl="4" algn="l">
              <a:lnSpc>
                <a:spcPct val="100000"/>
              </a:lnSpc>
              <a:spcBef>
                <a:spcPts val="0"/>
              </a:spcBef>
              <a:spcAft>
                <a:spcPts val="0"/>
              </a:spcAft>
              <a:buClr>
                <a:srgbClr val="FFFFFF"/>
              </a:buClr>
              <a:buSzPts val="1800"/>
              <a:buNone/>
              <a:defRPr/>
            </a:lvl5pPr>
            <a:lvl6pPr lvl="5" algn="l">
              <a:lnSpc>
                <a:spcPct val="100000"/>
              </a:lnSpc>
              <a:spcBef>
                <a:spcPts val="0"/>
              </a:spcBef>
              <a:spcAft>
                <a:spcPts val="0"/>
              </a:spcAft>
              <a:buClr>
                <a:srgbClr val="FFFFFF"/>
              </a:buClr>
              <a:buSzPts val="1800"/>
              <a:buNone/>
              <a:defRPr/>
            </a:lvl6pPr>
            <a:lvl7pPr lvl="6" algn="l">
              <a:lnSpc>
                <a:spcPct val="100000"/>
              </a:lnSpc>
              <a:spcBef>
                <a:spcPts val="0"/>
              </a:spcBef>
              <a:spcAft>
                <a:spcPts val="0"/>
              </a:spcAft>
              <a:buClr>
                <a:srgbClr val="FFFFFF"/>
              </a:buClr>
              <a:buSzPts val="1800"/>
              <a:buNone/>
              <a:defRPr/>
            </a:lvl7pPr>
            <a:lvl8pPr lvl="7" algn="l">
              <a:lnSpc>
                <a:spcPct val="100000"/>
              </a:lnSpc>
              <a:spcBef>
                <a:spcPts val="0"/>
              </a:spcBef>
              <a:spcAft>
                <a:spcPts val="0"/>
              </a:spcAft>
              <a:buClr>
                <a:srgbClr val="FFFFFF"/>
              </a:buClr>
              <a:buSzPts val="1800"/>
              <a:buNone/>
              <a:defRPr/>
            </a:lvl8pPr>
            <a:lvl9pPr lvl="8" algn="l">
              <a:lnSpc>
                <a:spcPct val="100000"/>
              </a:lnSpc>
              <a:spcBef>
                <a:spcPts val="0"/>
              </a:spcBef>
              <a:spcAft>
                <a:spcPts val="0"/>
              </a:spcAft>
              <a:buClr>
                <a:srgbClr val="FFFFFF"/>
              </a:buClr>
              <a:buSzPts val="1800"/>
              <a:buNone/>
              <a:defRPr/>
            </a:lvl9pPr>
          </a:lstStyle>
          <a:p/>
        </p:txBody>
      </p:sp>
      <p:sp>
        <p:nvSpPr>
          <p:cNvPr id="48" name="Google Shape;48;p37"/>
          <p:cNvSpPr txBox="1"/>
          <p:nvPr>
            <p:ph idx="12" type="sldNum"/>
          </p:nvPr>
        </p:nvSpPr>
        <p:spPr>
          <a:xfrm>
            <a:off x="8504768" y="9296400"/>
            <a:ext cx="319500" cy="236400"/>
          </a:xfrm>
          <a:prstGeom prst="rect">
            <a:avLst/>
          </a:prstGeom>
          <a:noFill/>
          <a:ln>
            <a:noFill/>
          </a:ln>
        </p:spPr>
        <p:txBody>
          <a:bodyPr anchorCtr="0" anchor="t" bIns="35700" lIns="35700" spcFirstLastPara="1" rIns="35700" wrap="square" tIns="35700">
            <a:noAutofit/>
          </a:bodyPr>
          <a:lstStyle>
            <a:lvl1pPr indent="0" lvl="0"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1" type="obj">
  <p:cSld name="OBJECT">
    <p:spTree>
      <p:nvGrpSpPr>
        <p:cNvPr id="49" name="Shape 49"/>
        <p:cNvGrpSpPr/>
        <p:nvPr/>
      </p:nvGrpSpPr>
      <p:grpSpPr>
        <a:xfrm>
          <a:off x="0" y="0"/>
          <a:ext cx="0" cy="0"/>
          <a:chOff x="0" y="0"/>
          <a:chExt cx="0" cy="0"/>
        </a:xfrm>
      </p:grpSpPr>
      <p:sp>
        <p:nvSpPr>
          <p:cNvPr id="50" name="Google Shape;50;p38"/>
          <p:cNvSpPr txBox="1"/>
          <p:nvPr>
            <p:ph type="title"/>
          </p:nvPr>
        </p:nvSpPr>
        <p:spPr>
          <a:xfrm>
            <a:off x="0" y="0"/>
            <a:ext cx="121920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800"/>
              <a:buNone/>
              <a:defRPr/>
            </a:lvl6pPr>
            <a:lvl7pPr lvl="6" algn="ctr">
              <a:lnSpc>
                <a:spcPct val="100000"/>
              </a:lnSpc>
              <a:spcBef>
                <a:spcPts val="0"/>
              </a:spcBef>
              <a:spcAft>
                <a:spcPts val="0"/>
              </a:spcAft>
              <a:buSzPts val="3800"/>
              <a:buNone/>
              <a:defRPr/>
            </a:lvl7pPr>
            <a:lvl8pPr lvl="7" algn="ctr">
              <a:lnSpc>
                <a:spcPct val="100000"/>
              </a:lnSpc>
              <a:spcBef>
                <a:spcPts val="0"/>
              </a:spcBef>
              <a:spcAft>
                <a:spcPts val="0"/>
              </a:spcAft>
              <a:buSzPts val="3800"/>
              <a:buNone/>
              <a:defRPr/>
            </a:lvl8pPr>
            <a:lvl9pPr lvl="8" algn="ctr">
              <a:lnSpc>
                <a:spcPct val="100000"/>
              </a:lnSpc>
              <a:spcBef>
                <a:spcPts val="0"/>
              </a:spcBef>
              <a:spcAft>
                <a:spcPts val="0"/>
              </a:spcAft>
              <a:buSzPts val="3800"/>
              <a:buNone/>
              <a:defRPr/>
            </a:lvl9pPr>
          </a:lstStyle>
          <a:p/>
        </p:txBody>
      </p:sp>
      <p:sp>
        <p:nvSpPr>
          <p:cNvPr id="51" name="Google Shape;51;p38"/>
          <p:cNvSpPr txBox="1"/>
          <p:nvPr>
            <p:ph idx="1" type="body"/>
          </p:nvPr>
        </p:nvSpPr>
        <p:spPr>
          <a:xfrm>
            <a:off x="914400" y="1447800"/>
            <a:ext cx="10363200" cy="4343700"/>
          </a:xfrm>
          <a:prstGeom prst="rect">
            <a:avLst/>
          </a:prstGeom>
          <a:noFill/>
          <a:ln>
            <a:noFill/>
          </a:ln>
        </p:spPr>
        <p:txBody>
          <a:bodyPr anchorCtr="0" anchor="t" bIns="45700" lIns="91425" spcFirstLastPara="1" rIns="91425" wrap="square" tIns="45700">
            <a:noAutofit/>
          </a:bodyPr>
          <a:lstStyle>
            <a:lvl1pPr indent="-349250" lvl="0" marL="457200" algn="l">
              <a:lnSpc>
                <a:spcPct val="110000"/>
              </a:lnSpc>
              <a:spcBef>
                <a:spcPts val="400"/>
              </a:spcBef>
              <a:spcAft>
                <a:spcPts val="0"/>
              </a:spcAft>
              <a:buSzPts val="1900"/>
              <a:buChar char="•"/>
              <a:defRPr sz="1900"/>
            </a:lvl1pPr>
            <a:lvl2pPr indent="-330200" lvl="1" marL="914400" algn="l">
              <a:lnSpc>
                <a:spcPct val="110000"/>
              </a:lnSpc>
              <a:spcBef>
                <a:spcPts val="400"/>
              </a:spcBef>
              <a:spcAft>
                <a:spcPts val="0"/>
              </a:spcAft>
              <a:buSzPts val="1600"/>
              <a:buChar char="–"/>
              <a:defRPr sz="1600"/>
            </a:lvl2pPr>
            <a:lvl3pPr indent="-323850" lvl="2" marL="1371600" algn="l">
              <a:lnSpc>
                <a:spcPct val="110000"/>
              </a:lnSpc>
              <a:spcBef>
                <a:spcPts val="300"/>
              </a:spcBef>
              <a:spcAft>
                <a:spcPts val="0"/>
              </a:spcAft>
              <a:buClr>
                <a:schemeClr val="dk1"/>
              </a:buClr>
              <a:buSzPts val="1500"/>
              <a:buFont typeface="Times New Roman"/>
              <a:buChar char="•"/>
              <a:defRPr sz="1500"/>
            </a:lvl3pPr>
            <a:lvl4pPr indent="-304800" lvl="3" marL="1828800" algn="l">
              <a:lnSpc>
                <a:spcPct val="110000"/>
              </a:lnSpc>
              <a:spcBef>
                <a:spcPts val="300"/>
              </a:spcBef>
              <a:spcAft>
                <a:spcPts val="0"/>
              </a:spcAft>
              <a:buClr>
                <a:schemeClr val="dk1"/>
              </a:buClr>
              <a:buSzPts val="1200"/>
              <a:buFont typeface="Arial"/>
              <a:buChar char="–"/>
              <a:defRPr sz="1200"/>
            </a:lvl4pPr>
            <a:lvl5pPr indent="-298450" lvl="4" marL="2286000" algn="l">
              <a:lnSpc>
                <a:spcPct val="110000"/>
              </a:lnSpc>
              <a:spcBef>
                <a:spcPts val="300"/>
              </a:spcBef>
              <a:spcAft>
                <a:spcPts val="0"/>
              </a:spcAft>
              <a:buClr>
                <a:schemeClr val="dk1"/>
              </a:buClr>
              <a:buSzPts val="1100"/>
              <a:buFont typeface="Times New Roman"/>
              <a:buChar char="»"/>
              <a:defRPr sz="1100"/>
            </a:lvl5pPr>
            <a:lvl6pPr indent="-349250" lvl="5" marL="2743200" algn="l">
              <a:lnSpc>
                <a:spcPct val="110000"/>
              </a:lnSpc>
              <a:spcBef>
                <a:spcPts val="400"/>
              </a:spcBef>
              <a:spcAft>
                <a:spcPts val="0"/>
              </a:spcAft>
              <a:buClr>
                <a:schemeClr val="dk1"/>
              </a:buClr>
              <a:buSzPts val="1900"/>
              <a:buChar char="■"/>
              <a:defRPr/>
            </a:lvl6pPr>
            <a:lvl7pPr indent="-349250" lvl="6" marL="3200400" algn="l">
              <a:lnSpc>
                <a:spcPct val="110000"/>
              </a:lnSpc>
              <a:spcBef>
                <a:spcPts val="400"/>
              </a:spcBef>
              <a:spcAft>
                <a:spcPts val="0"/>
              </a:spcAft>
              <a:buClr>
                <a:schemeClr val="dk1"/>
              </a:buClr>
              <a:buSzPts val="1900"/>
              <a:buChar char="●"/>
              <a:defRPr/>
            </a:lvl7pPr>
            <a:lvl8pPr indent="-349250" lvl="7" marL="3657600" algn="l">
              <a:lnSpc>
                <a:spcPct val="110000"/>
              </a:lnSpc>
              <a:spcBef>
                <a:spcPts val="400"/>
              </a:spcBef>
              <a:spcAft>
                <a:spcPts val="0"/>
              </a:spcAft>
              <a:buClr>
                <a:schemeClr val="dk1"/>
              </a:buClr>
              <a:buSzPts val="1900"/>
              <a:buChar char="○"/>
              <a:defRPr/>
            </a:lvl8pPr>
            <a:lvl9pPr indent="-349250" lvl="8" marL="4114800" algn="l">
              <a:lnSpc>
                <a:spcPct val="110000"/>
              </a:lnSpc>
              <a:spcBef>
                <a:spcPts val="400"/>
              </a:spcBef>
              <a:spcAft>
                <a:spcPts val="400"/>
              </a:spcAft>
              <a:buClr>
                <a:schemeClr val="dk1"/>
              </a:buClr>
              <a:buSzPts val="1900"/>
              <a:buChar char="■"/>
              <a:defRPr/>
            </a:lvl9pPr>
          </a:lstStyle>
          <a:p/>
        </p:txBody>
      </p:sp>
      <p:sp>
        <p:nvSpPr>
          <p:cNvPr id="52" name="Google Shape;52;p38"/>
          <p:cNvSpPr txBox="1"/>
          <p:nvPr>
            <p:ph idx="12" type="sldNum"/>
          </p:nvPr>
        </p:nvSpPr>
        <p:spPr>
          <a:xfrm>
            <a:off x="11379200" y="609600"/>
            <a:ext cx="609600" cy="3048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1pPr>
            <a:lvl2pPr indent="0" lvl="1"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2pPr>
            <a:lvl3pPr indent="0" lvl="2"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3pPr>
            <a:lvl4pPr indent="0" lvl="3"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4pPr>
            <a:lvl5pPr indent="0" lvl="4"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5pPr>
            <a:lvl6pPr indent="0" lvl="5"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6pPr>
            <a:lvl7pPr indent="0" lvl="6"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7pPr>
            <a:lvl8pPr indent="0" lvl="7"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8pPr>
            <a:lvl9pPr indent="0" lvl="8" marL="0" marR="0" algn="r">
              <a:lnSpc>
                <a:spcPct val="100000"/>
              </a:lnSpc>
              <a:spcBef>
                <a:spcPts val="0"/>
              </a:spcBef>
              <a:spcAft>
                <a:spcPts val="0"/>
              </a:spcAft>
              <a:buClr>
                <a:srgbClr val="000000"/>
              </a:buClr>
              <a:buSzPts val="275"/>
              <a:buFont typeface="Helvetica Neue Light"/>
              <a:buNone/>
              <a:defRPr b="0" i="0" sz="1600" u="none" cap="none" strike="noStrike">
                <a:solidFill>
                  <a:schemeClr val="lt1"/>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mp; Bullets 2" showMasterSp="0">
  <p:cSld name="2_Title &amp; Bullets 2">
    <p:bg>
      <p:bgPr>
        <a:blipFill>
          <a:blip r:embed="rId2">
            <a:alphaModFix/>
          </a:blip>
          <a:stretch>
            <a:fillRect/>
          </a:stretch>
        </a:blipFill>
      </p:bgPr>
    </p:bg>
    <p:spTree>
      <p:nvGrpSpPr>
        <p:cNvPr id="53" name="Shape 53"/>
        <p:cNvGrpSpPr/>
        <p:nvPr/>
      </p:nvGrpSpPr>
      <p:grpSpPr>
        <a:xfrm>
          <a:off x="0" y="0"/>
          <a:ext cx="0" cy="0"/>
          <a:chOff x="0" y="0"/>
          <a:chExt cx="0" cy="0"/>
        </a:xfrm>
      </p:grpSpPr>
      <p:sp>
        <p:nvSpPr>
          <p:cNvPr id="54" name="Google Shape;54;p39"/>
          <p:cNvSpPr txBox="1"/>
          <p:nvPr>
            <p:ph type="title"/>
          </p:nvPr>
        </p:nvSpPr>
        <p:spPr>
          <a:xfrm>
            <a:off x="207257" y="317500"/>
            <a:ext cx="10238400" cy="7620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1900"/>
              <a:buNone/>
              <a:defRPr b="1" i="0">
                <a:solidFill>
                  <a:srgbClr val="FFFFFF"/>
                </a:solidFill>
                <a:latin typeface="Arial"/>
                <a:ea typeface="Arial"/>
                <a:cs typeface="Arial"/>
                <a:sym typeface="Arial"/>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55" name="Google Shape;55;p39"/>
          <p:cNvSpPr/>
          <p:nvPr/>
        </p:nvSpPr>
        <p:spPr>
          <a:xfrm>
            <a:off x="4754956" y="1143000"/>
            <a:ext cx="1143300" cy="28500"/>
          </a:xfrm>
          <a:prstGeom prst="rect">
            <a:avLst/>
          </a:prstGeom>
          <a:solidFill>
            <a:srgbClr val="5ECBF4"/>
          </a:solidFill>
          <a:ln>
            <a:noFill/>
          </a:ln>
        </p:spPr>
        <p:txBody>
          <a:bodyPr anchorCtr="0" anchor="ctr" bIns="25375" lIns="25375" spcFirstLastPara="1" rIns="25375" wrap="square" tIns="2537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6" name="Google Shape;56;p39"/>
          <p:cNvSpPr txBox="1"/>
          <p:nvPr/>
        </p:nvSpPr>
        <p:spPr>
          <a:xfrm>
            <a:off x="1314451" y="6620180"/>
            <a:ext cx="3747300" cy="128100"/>
          </a:xfrm>
          <a:prstGeom prst="rect">
            <a:avLst/>
          </a:prstGeom>
          <a:noFill/>
          <a:ln>
            <a:noFill/>
          </a:ln>
        </p:spPr>
        <p:txBody>
          <a:bodyPr anchorCtr="0" anchor="ctr" bIns="25375" lIns="25375" spcFirstLastPara="1" rIns="25375" wrap="square" tIns="25375">
            <a:spAutoFit/>
          </a:bodyPr>
          <a:lstStyle/>
          <a:p>
            <a:pPr indent="0" lvl="0" marL="0" marR="0" rtl="0" algn="l">
              <a:lnSpc>
                <a:spcPct val="100000"/>
              </a:lnSpc>
              <a:spcBef>
                <a:spcPts val="0"/>
              </a:spcBef>
              <a:spcAft>
                <a:spcPts val="0"/>
              </a:spcAft>
              <a:buClr>
                <a:srgbClr val="000000"/>
              </a:buClr>
              <a:buSzPts val="500"/>
              <a:buFont typeface="Arial"/>
              <a:buNone/>
            </a:pPr>
            <a:r>
              <a:rPr b="0" i="0" lang="zh-TW" sz="500" u="none" cap="none" strike="noStrike">
                <a:solidFill>
                  <a:srgbClr val="FFFFFF"/>
                </a:solidFill>
                <a:latin typeface="Arial"/>
                <a:ea typeface="Arial"/>
                <a:cs typeface="Arial"/>
                <a:sym typeface="Arial"/>
              </a:rPr>
              <a:t>©2022 Gemtek Technology Co., Ltd – Confidential &amp; Proprietary</a:t>
            </a:r>
            <a:endParaRPr b="0" i="0" sz="1900" u="none" cap="none" strike="noStrike">
              <a:solidFill>
                <a:srgbClr val="000000"/>
              </a:solidFill>
              <a:latin typeface="Arial"/>
              <a:ea typeface="Arial"/>
              <a:cs typeface="Arial"/>
              <a:sym typeface="Arial"/>
            </a:endParaRPr>
          </a:p>
        </p:txBody>
      </p:sp>
      <p:pic>
        <p:nvPicPr>
          <p:cNvPr descr="logo_Gemtek_white.png" id="57" name="Google Shape;57;p39"/>
          <p:cNvPicPr preferRelativeResize="0"/>
          <p:nvPr/>
        </p:nvPicPr>
        <p:blipFill rotWithShape="1">
          <a:blip r:embed="rId3">
            <a:alphaModFix/>
          </a:blip>
          <a:srcRect b="0" l="0" r="0" t="0"/>
          <a:stretch/>
        </p:blipFill>
        <p:spPr>
          <a:xfrm>
            <a:off x="190501" y="6413501"/>
            <a:ext cx="1091963" cy="318489"/>
          </a:xfrm>
          <a:prstGeom prst="rect">
            <a:avLst/>
          </a:prstGeom>
          <a:noFill/>
          <a:ln>
            <a:noFill/>
          </a:ln>
        </p:spPr>
      </p:pic>
      <p:sp>
        <p:nvSpPr>
          <p:cNvPr id="58" name="Google Shape;58;p39"/>
          <p:cNvSpPr txBox="1"/>
          <p:nvPr/>
        </p:nvSpPr>
        <p:spPr>
          <a:xfrm>
            <a:off x="1314451" y="6620180"/>
            <a:ext cx="3747300" cy="128100"/>
          </a:xfrm>
          <a:prstGeom prst="rect">
            <a:avLst/>
          </a:prstGeom>
          <a:noFill/>
          <a:ln>
            <a:noFill/>
          </a:ln>
        </p:spPr>
        <p:txBody>
          <a:bodyPr anchorCtr="0" anchor="ctr" bIns="25375" lIns="25375" spcFirstLastPara="1" rIns="25375" wrap="square" tIns="25375">
            <a:spAutoFit/>
          </a:bodyPr>
          <a:lstStyle/>
          <a:p>
            <a:pPr indent="0" lvl="0" marL="0" marR="0" rtl="0" algn="l">
              <a:lnSpc>
                <a:spcPct val="100000"/>
              </a:lnSpc>
              <a:spcBef>
                <a:spcPts val="0"/>
              </a:spcBef>
              <a:spcAft>
                <a:spcPts val="0"/>
              </a:spcAft>
              <a:buClr>
                <a:srgbClr val="000000"/>
              </a:buClr>
              <a:buSzPts val="500"/>
              <a:buFont typeface="Arial"/>
              <a:buNone/>
            </a:pPr>
            <a:r>
              <a:rPr b="0" i="0" lang="zh-TW" sz="500" u="none" cap="none" strike="noStrike">
                <a:solidFill>
                  <a:srgbClr val="000000"/>
                </a:solidFill>
                <a:latin typeface="Arial"/>
                <a:ea typeface="Arial"/>
                <a:cs typeface="Arial"/>
                <a:sym typeface="Arial"/>
              </a:rPr>
              <a:t>©2024 Gemtek Technology Co., Ltd – Confidential &amp; Proprietary</a:t>
            </a:r>
            <a:endParaRPr b="0" i="0" sz="1900" u="none" cap="none" strike="noStrike">
              <a:solidFill>
                <a:srgbClr val="000000"/>
              </a:solidFill>
              <a:latin typeface="Arial"/>
              <a:ea typeface="Arial"/>
              <a:cs typeface="Arial"/>
              <a:sym typeface="Arial"/>
            </a:endParaRPr>
          </a:p>
        </p:txBody>
      </p:sp>
      <p:sp>
        <p:nvSpPr>
          <p:cNvPr id="59" name="Google Shape;59;p39"/>
          <p:cNvSpPr txBox="1"/>
          <p:nvPr>
            <p:ph idx="12" type="sldNum"/>
          </p:nvPr>
        </p:nvSpPr>
        <p:spPr>
          <a:xfrm>
            <a:off x="6000752" y="6540500"/>
            <a:ext cx="184500" cy="1872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300"/>
              <a:buFont typeface="Arial"/>
              <a:buNone/>
              <a:defRPr b="0" i="0" sz="11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zh-TW"/>
              <a:t>‹#›</a:t>
            </a:fld>
            <a:endParaRPr/>
          </a:p>
        </p:txBody>
      </p:sp>
      <p:pic>
        <p:nvPicPr>
          <p:cNvPr id="60" name="Google Shape;60;p39"/>
          <p:cNvPicPr preferRelativeResize="0"/>
          <p:nvPr/>
        </p:nvPicPr>
        <p:blipFill rotWithShape="1">
          <a:blip r:embed="rId4">
            <a:alphaModFix/>
          </a:blip>
          <a:srcRect b="0" l="0" r="0" t="0"/>
          <a:stretch/>
        </p:blipFill>
        <p:spPr>
          <a:xfrm>
            <a:off x="190501" y="6516000"/>
            <a:ext cx="1091963" cy="19412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自訂版面配置">
  <p:cSld name="1_自訂版面配置">
    <p:spTree>
      <p:nvGrpSpPr>
        <p:cNvPr id="61" name="Shape 61"/>
        <p:cNvGrpSpPr/>
        <p:nvPr/>
      </p:nvGrpSpPr>
      <p:grpSpPr>
        <a:xfrm>
          <a:off x="0" y="0"/>
          <a:ext cx="0" cy="0"/>
          <a:chOff x="0" y="0"/>
          <a:chExt cx="0" cy="0"/>
        </a:xfrm>
      </p:grpSpPr>
      <p:sp>
        <p:nvSpPr>
          <p:cNvPr id="62" name="Google Shape;62;p40"/>
          <p:cNvSpPr txBox="1"/>
          <p:nvPr>
            <p:ph type="title"/>
          </p:nvPr>
        </p:nvSpPr>
        <p:spPr>
          <a:xfrm>
            <a:off x="603250" y="317500"/>
            <a:ext cx="10985400" cy="762000"/>
          </a:xfrm>
          <a:prstGeom prst="rect">
            <a:avLst/>
          </a:prstGeom>
          <a:noFill/>
          <a:ln>
            <a:noFill/>
          </a:ln>
        </p:spPr>
        <p:txBody>
          <a:bodyPr anchorCtr="0" anchor="ctr" bIns="50800" lIns="50800" spcFirstLastPara="1" rIns="50800" wrap="square" tIns="50800">
            <a:normAutofit/>
          </a:bodyPr>
          <a:lstStyle>
            <a:lvl1pPr lvl="0" algn="ctr">
              <a:lnSpc>
                <a:spcPct val="80000"/>
              </a:lnSpc>
              <a:spcBef>
                <a:spcPts val="0"/>
              </a:spcBef>
              <a:spcAft>
                <a:spcPts val="0"/>
              </a:spcAft>
              <a:buClr>
                <a:srgbClr val="0070C0"/>
              </a:buClr>
              <a:buSzPts val="1800"/>
              <a:buNone/>
              <a:defRPr/>
            </a:lvl1pPr>
            <a:lvl2pPr lvl="1" algn="ctr">
              <a:lnSpc>
                <a:spcPct val="80000"/>
              </a:lnSpc>
              <a:spcBef>
                <a:spcPts val="0"/>
              </a:spcBef>
              <a:spcAft>
                <a:spcPts val="0"/>
              </a:spcAft>
              <a:buClr>
                <a:srgbClr val="434343"/>
              </a:buClr>
              <a:buSzPts val="1800"/>
              <a:buNone/>
              <a:defRPr/>
            </a:lvl2pPr>
            <a:lvl3pPr lvl="2" algn="ctr">
              <a:lnSpc>
                <a:spcPct val="80000"/>
              </a:lnSpc>
              <a:spcBef>
                <a:spcPts val="0"/>
              </a:spcBef>
              <a:spcAft>
                <a:spcPts val="0"/>
              </a:spcAft>
              <a:buClr>
                <a:srgbClr val="434343"/>
              </a:buClr>
              <a:buSzPts val="1800"/>
              <a:buNone/>
              <a:defRPr/>
            </a:lvl3pPr>
            <a:lvl4pPr lvl="3" algn="ctr">
              <a:lnSpc>
                <a:spcPct val="80000"/>
              </a:lnSpc>
              <a:spcBef>
                <a:spcPts val="0"/>
              </a:spcBef>
              <a:spcAft>
                <a:spcPts val="0"/>
              </a:spcAft>
              <a:buClr>
                <a:srgbClr val="434343"/>
              </a:buClr>
              <a:buSzPts val="1800"/>
              <a:buNone/>
              <a:defRPr/>
            </a:lvl4pPr>
            <a:lvl5pPr lvl="4" algn="ctr">
              <a:lnSpc>
                <a:spcPct val="80000"/>
              </a:lnSpc>
              <a:spcBef>
                <a:spcPts val="0"/>
              </a:spcBef>
              <a:spcAft>
                <a:spcPts val="0"/>
              </a:spcAft>
              <a:buClr>
                <a:srgbClr val="434343"/>
              </a:buClr>
              <a:buSzPts val="1800"/>
              <a:buNone/>
              <a:defRPr/>
            </a:lvl5pPr>
            <a:lvl6pPr lvl="5" algn="ctr">
              <a:lnSpc>
                <a:spcPct val="80000"/>
              </a:lnSpc>
              <a:spcBef>
                <a:spcPts val="0"/>
              </a:spcBef>
              <a:spcAft>
                <a:spcPts val="0"/>
              </a:spcAft>
              <a:buClr>
                <a:srgbClr val="434343"/>
              </a:buClr>
              <a:buSzPts val="1800"/>
              <a:buNone/>
              <a:defRPr/>
            </a:lvl6pPr>
            <a:lvl7pPr lvl="6" algn="ctr">
              <a:lnSpc>
                <a:spcPct val="80000"/>
              </a:lnSpc>
              <a:spcBef>
                <a:spcPts val="0"/>
              </a:spcBef>
              <a:spcAft>
                <a:spcPts val="0"/>
              </a:spcAft>
              <a:buClr>
                <a:srgbClr val="434343"/>
              </a:buClr>
              <a:buSzPts val="1800"/>
              <a:buNone/>
              <a:defRPr/>
            </a:lvl7pPr>
            <a:lvl8pPr lvl="7" algn="ctr">
              <a:lnSpc>
                <a:spcPct val="80000"/>
              </a:lnSpc>
              <a:spcBef>
                <a:spcPts val="0"/>
              </a:spcBef>
              <a:spcAft>
                <a:spcPts val="0"/>
              </a:spcAft>
              <a:buClr>
                <a:srgbClr val="434343"/>
              </a:buClr>
              <a:buSzPts val="1800"/>
              <a:buNone/>
              <a:defRPr/>
            </a:lvl8pPr>
            <a:lvl9pPr lvl="8" algn="ctr">
              <a:lnSpc>
                <a:spcPct val="80000"/>
              </a:lnSpc>
              <a:spcBef>
                <a:spcPts val="0"/>
              </a:spcBef>
              <a:spcAft>
                <a:spcPts val="0"/>
              </a:spcAft>
              <a:buClr>
                <a:srgbClr val="434343"/>
              </a:buClr>
              <a:buSzPts val="1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Bg" showMasterSp="0">
  <p:cSld name="Title_Blue Bg">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41"/>
          <p:cNvSpPr txBox="1"/>
          <p:nvPr>
            <p:ph type="title"/>
          </p:nvPr>
        </p:nvSpPr>
        <p:spPr>
          <a:xfrm>
            <a:off x="603250" y="317500"/>
            <a:ext cx="10985700" cy="762000"/>
          </a:xfrm>
          <a:prstGeom prst="rect">
            <a:avLst/>
          </a:prstGeom>
          <a:noFill/>
          <a:ln>
            <a:noFill/>
          </a:ln>
        </p:spPr>
        <p:txBody>
          <a:bodyPr anchorCtr="0" anchor="ctr" bIns="25400" lIns="25400" spcFirstLastPara="1" rIns="25400" wrap="square" tIns="25400">
            <a:normAutofit/>
          </a:bodyPr>
          <a:lstStyle>
            <a:lvl1pPr lvl="0" algn="ctr">
              <a:lnSpc>
                <a:spcPct val="80000"/>
              </a:lnSpc>
              <a:spcBef>
                <a:spcPts val="0"/>
              </a:spcBef>
              <a:spcAft>
                <a:spcPts val="0"/>
              </a:spcAft>
              <a:buClr>
                <a:srgbClr val="FFFFFF"/>
              </a:buClr>
              <a:buSzPts val="3600"/>
              <a:buFont typeface="Arial"/>
              <a:buNone/>
              <a:defRPr b="1" i="0">
                <a:solidFill>
                  <a:srgbClr val="FFFFFF"/>
                </a:solidFill>
                <a:latin typeface="Arial"/>
                <a:ea typeface="Arial"/>
                <a:cs typeface="Arial"/>
                <a:sym typeface="Arial"/>
              </a:defRPr>
            </a:lvl1pPr>
            <a:lvl2pPr lvl="1" algn="ctr">
              <a:lnSpc>
                <a:spcPct val="80000"/>
              </a:lnSpc>
              <a:spcBef>
                <a:spcPts val="0"/>
              </a:spcBef>
              <a:spcAft>
                <a:spcPts val="0"/>
              </a:spcAft>
              <a:buClr>
                <a:srgbClr val="434343"/>
              </a:buClr>
              <a:buSzPts val="900"/>
              <a:buNone/>
              <a:defRPr/>
            </a:lvl2pPr>
            <a:lvl3pPr lvl="2" algn="ctr">
              <a:lnSpc>
                <a:spcPct val="80000"/>
              </a:lnSpc>
              <a:spcBef>
                <a:spcPts val="0"/>
              </a:spcBef>
              <a:spcAft>
                <a:spcPts val="0"/>
              </a:spcAft>
              <a:buClr>
                <a:srgbClr val="434343"/>
              </a:buClr>
              <a:buSzPts val="900"/>
              <a:buNone/>
              <a:defRPr/>
            </a:lvl3pPr>
            <a:lvl4pPr lvl="3" algn="ctr">
              <a:lnSpc>
                <a:spcPct val="80000"/>
              </a:lnSpc>
              <a:spcBef>
                <a:spcPts val="0"/>
              </a:spcBef>
              <a:spcAft>
                <a:spcPts val="0"/>
              </a:spcAft>
              <a:buClr>
                <a:srgbClr val="434343"/>
              </a:buClr>
              <a:buSzPts val="900"/>
              <a:buNone/>
              <a:defRPr/>
            </a:lvl4pPr>
            <a:lvl5pPr lvl="4" algn="ctr">
              <a:lnSpc>
                <a:spcPct val="80000"/>
              </a:lnSpc>
              <a:spcBef>
                <a:spcPts val="0"/>
              </a:spcBef>
              <a:spcAft>
                <a:spcPts val="0"/>
              </a:spcAft>
              <a:buClr>
                <a:srgbClr val="434343"/>
              </a:buClr>
              <a:buSzPts val="900"/>
              <a:buNone/>
              <a:defRPr/>
            </a:lvl5pPr>
            <a:lvl6pPr lvl="5" algn="ctr">
              <a:lnSpc>
                <a:spcPct val="80000"/>
              </a:lnSpc>
              <a:spcBef>
                <a:spcPts val="0"/>
              </a:spcBef>
              <a:spcAft>
                <a:spcPts val="0"/>
              </a:spcAft>
              <a:buClr>
                <a:srgbClr val="434343"/>
              </a:buClr>
              <a:buSzPts val="900"/>
              <a:buNone/>
              <a:defRPr/>
            </a:lvl6pPr>
            <a:lvl7pPr lvl="6" algn="ctr">
              <a:lnSpc>
                <a:spcPct val="80000"/>
              </a:lnSpc>
              <a:spcBef>
                <a:spcPts val="0"/>
              </a:spcBef>
              <a:spcAft>
                <a:spcPts val="0"/>
              </a:spcAft>
              <a:buClr>
                <a:srgbClr val="434343"/>
              </a:buClr>
              <a:buSzPts val="900"/>
              <a:buNone/>
              <a:defRPr/>
            </a:lvl7pPr>
            <a:lvl8pPr lvl="7" algn="ctr">
              <a:lnSpc>
                <a:spcPct val="80000"/>
              </a:lnSpc>
              <a:spcBef>
                <a:spcPts val="0"/>
              </a:spcBef>
              <a:spcAft>
                <a:spcPts val="0"/>
              </a:spcAft>
              <a:buClr>
                <a:srgbClr val="434343"/>
              </a:buClr>
              <a:buSzPts val="900"/>
              <a:buNone/>
              <a:defRPr/>
            </a:lvl8pPr>
            <a:lvl9pPr lvl="8" algn="ctr">
              <a:lnSpc>
                <a:spcPct val="80000"/>
              </a:lnSpc>
              <a:spcBef>
                <a:spcPts val="0"/>
              </a:spcBef>
              <a:spcAft>
                <a:spcPts val="0"/>
              </a:spcAft>
              <a:buClr>
                <a:srgbClr val="434343"/>
              </a:buClr>
              <a:buSzPts val="900"/>
              <a:buNone/>
              <a:defRPr/>
            </a:lvl9pPr>
          </a:lstStyle>
          <a:p/>
        </p:txBody>
      </p:sp>
      <p:sp>
        <p:nvSpPr>
          <p:cNvPr id="65" name="Google Shape;65;p41"/>
          <p:cNvSpPr/>
          <p:nvPr/>
        </p:nvSpPr>
        <p:spPr>
          <a:xfrm>
            <a:off x="5524500" y="1143000"/>
            <a:ext cx="1143000" cy="28200"/>
          </a:xfrm>
          <a:prstGeom prst="rect">
            <a:avLst/>
          </a:prstGeom>
          <a:solidFill>
            <a:srgbClr val="5ECBF4"/>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1500"/>
              <a:buFont typeface="Helvetica Neue"/>
              <a:buNone/>
            </a:pPr>
            <a:r>
              <a:t/>
            </a:r>
            <a:endParaRPr b="0" i="0" sz="1500" u="none" cap="none" strike="noStrike">
              <a:solidFill>
                <a:srgbClr val="000000"/>
              </a:solidFill>
              <a:latin typeface="Arial"/>
              <a:ea typeface="Arial"/>
              <a:cs typeface="Arial"/>
              <a:sym typeface="Arial"/>
            </a:endParaRPr>
          </a:p>
        </p:txBody>
      </p:sp>
      <p:sp>
        <p:nvSpPr>
          <p:cNvPr id="66" name="Google Shape;66;p41"/>
          <p:cNvSpPr txBox="1"/>
          <p:nvPr/>
        </p:nvSpPr>
        <p:spPr>
          <a:xfrm>
            <a:off x="1314450" y="6614430"/>
            <a:ext cx="3747600" cy="128400"/>
          </a:xfrm>
          <a:prstGeom prst="rect">
            <a:avLst/>
          </a:prstGeom>
          <a:noFill/>
          <a:ln>
            <a:noFill/>
          </a:ln>
        </p:spPr>
        <p:txBody>
          <a:bodyPr anchorCtr="0" anchor="ctr" bIns="25400" lIns="25400" spcFirstLastPara="1" rIns="25400" wrap="square" tIns="25400">
            <a:spAutoFit/>
          </a:bodyPr>
          <a:lstStyle/>
          <a:p>
            <a:pPr indent="0" lvl="0" marL="0" marR="0" rtl="0" algn="l">
              <a:lnSpc>
                <a:spcPct val="100000"/>
              </a:lnSpc>
              <a:spcBef>
                <a:spcPts val="0"/>
              </a:spcBef>
              <a:spcAft>
                <a:spcPts val="0"/>
              </a:spcAft>
              <a:buClr>
                <a:srgbClr val="FFFFFF"/>
              </a:buClr>
              <a:buSzPts val="500"/>
              <a:buFont typeface="Arial"/>
              <a:buNone/>
            </a:pPr>
            <a:r>
              <a:rPr b="0" i="0" lang="zh-TW" sz="500" u="none" cap="none" strike="noStrike">
                <a:solidFill>
                  <a:srgbClr val="FFFFFF"/>
                </a:solidFill>
                <a:latin typeface="Arial"/>
                <a:ea typeface="Arial"/>
                <a:cs typeface="Arial"/>
                <a:sym typeface="Arial"/>
              </a:rPr>
              <a:t>©2022 Gemtek Technology Co., Ltd – Confidential &amp; Proprietary</a:t>
            </a:r>
            <a:endParaRPr b="0" i="0" sz="700" u="none" cap="none" strike="noStrike">
              <a:solidFill>
                <a:srgbClr val="000000"/>
              </a:solidFill>
              <a:latin typeface="Arial"/>
              <a:ea typeface="Arial"/>
              <a:cs typeface="Arial"/>
              <a:sym typeface="Arial"/>
            </a:endParaRPr>
          </a:p>
        </p:txBody>
      </p:sp>
      <p:pic>
        <p:nvPicPr>
          <p:cNvPr id="67" name="Google Shape;67;p41"/>
          <p:cNvPicPr preferRelativeResize="0"/>
          <p:nvPr/>
        </p:nvPicPr>
        <p:blipFill rotWithShape="1">
          <a:blip r:embed="rId3">
            <a:alphaModFix/>
          </a:blip>
          <a:srcRect b="0" l="0" r="0" t="0"/>
          <a:stretch/>
        </p:blipFill>
        <p:spPr>
          <a:xfrm>
            <a:off x="190500" y="6516000"/>
            <a:ext cx="1091963" cy="19412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Blue Bg 1" showMasterSp="0">
  <p:cSld name="Title_Blue Bg 1">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42"/>
          <p:cNvSpPr txBox="1"/>
          <p:nvPr>
            <p:ph type="title"/>
          </p:nvPr>
        </p:nvSpPr>
        <p:spPr>
          <a:xfrm>
            <a:off x="603250" y="317500"/>
            <a:ext cx="10985700" cy="762000"/>
          </a:xfrm>
          <a:prstGeom prst="rect">
            <a:avLst/>
          </a:prstGeom>
          <a:noFill/>
          <a:ln>
            <a:noFill/>
          </a:ln>
        </p:spPr>
        <p:txBody>
          <a:bodyPr anchorCtr="0" anchor="ctr" bIns="25400" lIns="25400" spcFirstLastPara="1" rIns="25400" wrap="square" tIns="25400">
            <a:normAutofit/>
          </a:bodyPr>
          <a:lstStyle>
            <a:lvl1pPr lvl="0" algn="ctr">
              <a:lnSpc>
                <a:spcPct val="80000"/>
              </a:lnSpc>
              <a:spcBef>
                <a:spcPts val="0"/>
              </a:spcBef>
              <a:spcAft>
                <a:spcPts val="0"/>
              </a:spcAft>
              <a:buClr>
                <a:srgbClr val="FFFFFF"/>
              </a:buClr>
              <a:buSzPts val="3600"/>
              <a:buFont typeface="Arial"/>
              <a:buNone/>
              <a:defRPr b="1" i="0">
                <a:solidFill>
                  <a:srgbClr val="FFFFFF"/>
                </a:solidFill>
                <a:latin typeface="Arial"/>
                <a:ea typeface="Arial"/>
                <a:cs typeface="Arial"/>
                <a:sym typeface="Arial"/>
              </a:defRPr>
            </a:lvl1pPr>
            <a:lvl2pPr lvl="1" algn="ctr">
              <a:lnSpc>
                <a:spcPct val="80000"/>
              </a:lnSpc>
              <a:spcBef>
                <a:spcPts val="0"/>
              </a:spcBef>
              <a:spcAft>
                <a:spcPts val="0"/>
              </a:spcAft>
              <a:buClr>
                <a:srgbClr val="434343"/>
              </a:buClr>
              <a:buSzPts val="900"/>
              <a:buNone/>
              <a:defRPr/>
            </a:lvl2pPr>
            <a:lvl3pPr lvl="2" algn="ctr">
              <a:lnSpc>
                <a:spcPct val="80000"/>
              </a:lnSpc>
              <a:spcBef>
                <a:spcPts val="0"/>
              </a:spcBef>
              <a:spcAft>
                <a:spcPts val="0"/>
              </a:spcAft>
              <a:buClr>
                <a:srgbClr val="434343"/>
              </a:buClr>
              <a:buSzPts val="900"/>
              <a:buNone/>
              <a:defRPr/>
            </a:lvl3pPr>
            <a:lvl4pPr lvl="3" algn="ctr">
              <a:lnSpc>
                <a:spcPct val="80000"/>
              </a:lnSpc>
              <a:spcBef>
                <a:spcPts val="0"/>
              </a:spcBef>
              <a:spcAft>
                <a:spcPts val="0"/>
              </a:spcAft>
              <a:buClr>
                <a:srgbClr val="434343"/>
              </a:buClr>
              <a:buSzPts val="900"/>
              <a:buNone/>
              <a:defRPr/>
            </a:lvl4pPr>
            <a:lvl5pPr lvl="4" algn="ctr">
              <a:lnSpc>
                <a:spcPct val="80000"/>
              </a:lnSpc>
              <a:spcBef>
                <a:spcPts val="0"/>
              </a:spcBef>
              <a:spcAft>
                <a:spcPts val="0"/>
              </a:spcAft>
              <a:buClr>
                <a:srgbClr val="434343"/>
              </a:buClr>
              <a:buSzPts val="900"/>
              <a:buNone/>
              <a:defRPr/>
            </a:lvl5pPr>
            <a:lvl6pPr lvl="5" algn="ctr">
              <a:lnSpc>
                <a:spcPct val="80000"/>
              </a:lnSpc>
              <a:spcBef>
                <a:spcPts val="0"/>
              </a:spcBef>
              <a:spcAft>
                <a:spcPts val="0"/>
              </a:spcAft>
              <a:buClr>
                <a:srgbClr val="434343"/>
              </a:buClr>
              <a:buSzPts val="900"/>
              <a:buNone/>
              <a:defRPr/>
            </a:lvl6pPr>
            <a:lvl7pPr lvl="6" algn="ctr">
              <a:lnSpc>
                <a:spcPct val="80000"/>
              </a:lnSpc>
              <a:spcBef>
                <a:spcPts val="0"/>
              </a:spcBef>
              <a:spcAft>
                <a:spcPts val="0"/>
              </a:spcAft>
              <a:buClr>
                <a:srgbClr val="434343"/>
              </a:buClr>
              <a:buSzPts val="900"/>
              <a:buNone/>
              <a:defRPr/>
            </a:lvl7pPr>
            <a:lvl8pPr lvl="7" algn="ctr">
              <a:lnSpc>
                <a:spcPct val="80000"/>
              </a:lnSpc>
              <a:spcBef>
                <a:spcPts val="0"/>
              </a:spcBef>
              <a:spcAft>
                <a:spcPts val="0"/>
              </a:spcAft>
              <a:buClr>
                <a:srgbClr val="434343"/>
              </a:buClr>
              <a:buSzPts val="900"/>
              <a:buNone/>
              <a:defRPr/>
            </a:lvl8pPr>
            <a:lvl9pPr lvl="8" algn="ctr">
              <a:lnSpc>
                <a:spcPct val="80000"/>
              </a:lnSpc>
              <a:spcBef>
                <a:spcPts val="0"/>
              </a:spcBef>
              <a:spcAft>
                <a:spcPts val="0"/>
              </a:spcAft>
              <a:buClr>
                <a:srgbClr val="434343"/>
              </a:buClr>
              <a:buSzPts val="900"/>
              <a:buNone/>
              <a:defRPr/>
            </a:lvl9pPr>
          </a:lstStyle>
          <a:p/>
        </p:txBody>
      </p:sp>
      <p:sp>
        <p:nvSpPr>
          <p:cNvPr id="70" name="Google Shape;70;p42"/>
          <p:cNvSpPr/>
          <p:nvPr/>
        </p:nvSpPr>
        <p:spPr>
          <a:xfrm>
            <a:off x="5524500" y="1143000"/>
            <a:ext cx="1143000" cy="28200"/>
          </a:xfrm>
          <a:prstGeom prst="rect">
            <a:avLst/>
          </a:prstGeom>
          <a:solidFill>
            <a:srgbClr val="5ECBF4"/>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1500"/>
              <a:buFont typeface="Helvetica Neue"/>
              <a:buNone/>
            </a:pPr>
            <a:r>
              <a:t/>
            </a:r>
            <a:endParaRPr b="0" i="0" sz="1500" u="none" cap="none" strike="noStrike">
              <a:solidFill>
                <a:srgbClr val="000000"/>
              </a:solidFill>
              <a:latin typeface="Arial"/>
              <a:ea typeface="Arial"/>
              <a:cs typeface="Arial"/>
              <a:sym typeface="Arial"/>
            </a:endParaRPr>
          </a:p>
        </p:txBody>
      </p:sp>
      <p:sp>
        <p:nvSpPr>
          <p:cNvPr id="71" name="Google Shape;71;p42"/>
          <p:cNvSpPr txBox="1"/>
          <p:nvPr/>
        </p:nvSpPr>
        <p:spPr>
          <a:xfrm>
            <a:off x="1314450" y="6614430"/>
            <a:ext cx="3747600" cy="128400"/>
          </a:xfrm>
          <a:prstGeom prst="rect">
            <a:avLst/>
          </a:prstGeom>
          <a:noFill/>
          <a:ln>
            <a:noFill/>
          </a:ln>
        </p:spPr>
        <p:txBody>
          <a:bodyPr anchorCtr="0" anchor="ctr" bIns="25400" lIns="25400" spcFirstLastPara="1" rIns="25400" wrap="square" tIns="25400">
            <a:spAutoFit/>
          </a:bodyPr>
          <a:lstStyle/>
          <a:p>
            <a:pPr indent="0" lvl="0" marL="0" marR="0" rtl="0" algn="l">
              <a:lnSpc>
                <a:spcPct val="100000"/>
              </a:lnSpc>
              <a:spcBef>
                <a:spcPts val="0"/>
              </a:spcBef>
              <a:spcAft>
                <a:spcPts val="0"/>
              </a:spcAft>
              <a:buClr>
                <a:srgbClr val="FFFFFF"/>
              </a:buClr>
              <a:buSzPts val="500"/>
              <a:buFont typeface="Arial"/>
              <a:buNone/>
            </a:pPr>
            <a:r>
              <a:rPr b="0" i="0" lang="zh-TW" sz="500" u="none" cap="none" strike="noStrike">
                <a:solidFill>
                  <a:srgbClr val="FFFFFF"/>
                </a:solidFill>
                <a:latin typeface="Arial"/>
                <a:ea typeface="Arial"/>
                <a:cs typeface="Arial"/>
                <a:sym typeface="Arial"/>
              </a:rPr>
              <a:t>©2022 Gemtek Technology Co., Ltd – Confidential &amp; Proprietary</a:t>
            </a:r>
            <a:endParaRPr b="0" i="0" sz="700" u="none" cap="none" strike="noStrike">
              <a:solidFill>
                <a:srgbClr val="000000"/>
              </a:solidFill>
              <a:latin typeface="Arial"/>
              <a:ea typeface="Arial"/>
              <a:cs typeface="Arial"/>
              <a:sym typeface="Arial"/>
            </a:endParaRPr>
          </a:p>
        </p:txBody>
      </p:sp>
      <p:pic>
        <p:nvPicPr>
          <p:cNvPr id="72" name="Google Shape;72;p42"/>
          <p:cNvPicPr preferRelativeResize="0"/>
          <p:nvPr/>
        </p:nvPicPr>
        <p:blipFill rotWithShape="1">
          <a:blip r:embed="rId3">
            <a:alphaModFix/>
          </a:blip>
          <a:srcRect b="0" l="0" r="0" t="0"/>
          <a:stretch/>
        </p:blipFill>
        <p:spPr>
          <a:xfrm>
            <a:off x="190500" y="6516000"/>
            <a:ext cx="1091963" cy="19412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descr="background.png" id="10" name="Google Shape;10;p28"/>
          <p:cNvPicPr preferRelativeResize="0"/>
          <p:nvPr/>
        </p:nvPicPr>
        <p:blipFill rotWithShape="1">
          <a:blip r:embed="rId1">
            <a:alphaModFix/>
          </a:blip>
          <a:srcRect b="0" l="0" r="0" t="0"/>
          <a:stretch/>
        </p:blipFill>
        <p:spPr>
          <a:xfrm>
            <a:off x="2334650" y="623900"/>
            <a:ext cx="9837850" cy="5556850"/>
          </a:xfrm>
          <a:prstGeom prst="rect">
            <a:avLst/>
          </a:prstGeom>
          <a:noFill/>
          <a:ln>
            <a:noFill/>
          </a:ln>
        </p:spPr>
      </p:pic>
      <p:pic>
        <p:nvPicPr>
          <p:cNvPr descr="pasted-image.pdf" id="11" name="Google Shape;11;p28"/>
          <p:cNvPicPr preferRelativeResize="0"/>
          <p:nvPr/>
        </p:nvPicPr>
        <p:blipFill rotWithShape="1">
          <a:blip r:embed="rId2">
            <a:alphaModFix/>
          </a:blip>
          <a:srcRect b="0" l="0" r="0" t="0"/>
          <a:stretch/>
        </p:blipFill>
        <p:spPr>
          <a:xfrm>
            <a:off x="10320868" y="6313489"/>
            <a:ext cx="1522729" cy="329985"/>
          </a:xfrm>
          <a:prstGeom prst="rect">
            <a:avLst/>
          </a:prstGeom>
          <a:noFill/>
          <a:ln>
            <a:noFill/>
          </a:ln>
        </p:spPr>
      </p:pic>
      <p:sp>
        <p:nvSpPr>
          <p:cNvPr id="12" name="Google Shape;12;p28"/>
          <p:cNvSpPr txBox="1"/>
          <p:nvPr>
            <p:ph type="title"/>
          </p:nvPr>
        </p:nvSpPr>
        <p:spPr>
          <a:xfrm>
            <a:off x="571500" y="768350"/>
            <a:ext cx="10102851" cy="1589088"/>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55198"/>
              </a:buClr>
              <a:buSzPts val="4000"/>
              <a:buFont typeface="Calibri"/>
              <a:buNone/>
              <a:defRPr b="1" i="0" sz="4000" u="none" cap="none" strike="noStrike">
                <a:solidFill>
                  <a:srgbClr val="055198"/>
                </a:solidFill>
                <a:latin typeface="Calibri"/>
                <a:ea typeface="Calibri"/>
                <a:cs typeface="Calibri"/>
                <a:sym typeface="Calibri"/>
              </a:defRPr>
            </a:lvl1pPr>
            <a:lvl2pPr lvl="1" marR="0" rtl="0" algn="l">
              <a:lnSpc>
                <a:spcPct val="100000"/>
              </a:lnSpc>
              <a:spcBef>
                <a:spcPts val="0"/>
              </a:spcBef>
              <a:spcAft>
                <a:spcPts val="0"/>
              </a:spcAft>
              <a:buClr>
                <a:srgbClr val="055198"/>
              </a:buClr>
              <a:buSzPts val="4000"/>
              <a:buFont typeface="Calibri"/>
              <a:buNone/>
              <a:defRPr b="1" i="0" sz="4000" u="none" cap="none" strike="noStrike">
                <a:solidFill>
                  <a:srgbClr val="055198"/>
                </a:solidFill>
                <a:latin typeface="Calibri"/>
                <a:ea typeface="Calibri"/>
                <a:cs typeface="Calibri"/>
                <a:sym typeface="Calibri"/>
              </a:defRPr>
            </a:lvl2pPr>
            <a:lvl3pPr lvl="2" marR="0" rtl="0" algn="l">
              <a:lnSpc>
                <a:spcPct val="100000"/>
              </a:lnSpc>
              <a:spcBef>
                <a:spcPts val="0"/>
              </a:spcBef>
              <a:spcAft>
                <a:spcPts val="0"/>
              </a:spcAft>
              <a:buClr>
                <a:srgbClr val="055198"/>
              </a:buClr>
              <a:buSzPts val="4000"/>
              <a:buFont typeface="Calibri"/>
              <a:buNone/>
              <a:defRPr b="1" i="0" sz="4000" u="none" cap="none" strike="noStrike">
                <a:solidFill>
                  <a:srgbClr val="055198"/>
                </a:solidFill>
                <a:latin typeface="Calibri"/>
                <a:ea typeface="Calibri"/>
                <a:cs typeface="Calibri"/>
                <a:sym typeface="Calibri"/>
              </a:defRPr>
            </a:lvl3pPr>
            <a:lvl4pPr lvl="3" marR="0" rtl="0" algn="l">
              <a:lnSpc>
                <a:spcPct val="100000"/>
              </a:lnSpc>
              <a:spcBef>
                <a:spcPts val="0"/>
              </a:spcBef>
              <a:spcAft>
                <a:spcPts val="0"/>
              </a:spcAft>
              <a:buClr>
                <a:srgbClr val="055198"/>
              </a:buClr>
              <a:buSzPts val="4000"/>
              <a:buFont typeface="Calibri"/>
              <a:buNone/>
              <a:defRPr b="1" i="0" sz="4000" u="none" cap="none" strike="noStrike">
                <a:solidFill>
                  <a:srgbClr val="055198"/>
                </a:solidFill>
                <a:latin typeface="Calibri"/>
                <a:ea typeface="Calibri"/>
                <a:cs typeface="Calibri"/>
                <a:sym typeface="Calibri"/>
              </a:defRPr>
            </a:lvl4pPr>
            <a:lvl5pPr lvl="4" marR="0" rtl="0" algn="l">
              <a:lnSpc>
                <a:spcPct val="100000"/>
              </a:lnSpc>
              <a:spcBef>
                <a:spcPts val="0"/>
              </a:spcBef>
              <a:spcAft>
                <a:spcPts val="0"/>
              </a:spcAft>
              <a:buClr>
                <a:srgbClr val="055198"/>
              </a:buClr>
              <a:buSzPts val="4000"/>
              <a:buFont typeface="Calibri"/>
              <a:buNone/>
              <a:defRPr b="1" i="0" sz="4000" u="none" cap="none" strike="noStrike">
                <a:solidFill>
                  <a:srgbClr val="055198"/>
                </a:solidFill>
                <a:latin typeface="Calibri"/>
                <a:ea typeface="Calibri"/>
                <a:cs typeface="Calibri"/>
                <a:sym typeface="Calibri"/>
              </a:defRPr>
            </a:lvl5pPr>
            <a:lvl6pPr lvl="5"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6pPr>
            <a:lvl7pPr lvl="6"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7pPr>
            <a:lvl8pPr lvl="7"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8pPr>
            <a:lvl9pPr lvl="8"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pic>
        <p:nvPicPr>
          <p:cNvPr descr="C:\Users\MISNB\Desktop\2017-09-05[3].png" id="29" name="Google Shape;29;p30"/>
          <p:cNvPicPr preferRelativeResize="0"/>
          <p:nvPr/>
        </p:nvPicPr>
        <p:blipFill rotWithShape="1">
          <a:blip r:embed="rId1">
            <a:alphaModFix/>
          </a:blip>
          <a:srcRect b="0" l="0" r="0" t="0"/>
          <a:stretch/>
        </p:blipFill>
        <p:spPr>
          <a:xfrm>
            <a:off x="531" y="1"/>
            <a:ext cx="12191511" cy="965103"/>
          </a:xfrm>
          <a:prstGeom prst="rect">
            <a:avLst/>
          </a:prstGeom>
          <a:noFill/>
          <a:ln>
            <a:noFill/>
          </a:ln>
        </p:spPr>
      </p:pic>
      <p:sp>
        <p:nvSpPr>
          <p:cNvPr id="30" name="Google Shape;30;p30"/>
          <p:cNvSpPr txBox="1"/>
          <p:nvPr>
            <p:ph type="title"/>
          </p:nvPr>
        </p:nvSpPr>
        <p:spPr>
          <a:xfrm>
            <a:off x="143933" y="1"/>
            <a:ext cx="11423700" cy="9318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FFFFFF"/>
              </a:buClr>
              <a:buSzPts val="3600"/>
              <a:buFont typeface="Calibri"/>
              <a:buNone/>
              <a:defRPr b="1" i="0" sz="36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2pPr>
            <a:lvl3pPr lvl="2" marR="0" rtl="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3pPr>
            <a:lvl4pPr lvl="3" marR="0" rtl="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4pPr>
            <a:lvl5pPr lvl="4" marR="0" rtl="0" algn="l">
              <a:lnSpc>
                <a:spcPct val="100000"/>
              </a:lnSpc>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5pPr>
            <a:lvl6pPr lvl="5"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6pPr>
            <a:lvl7pPr lvl="6"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7pPr>
            <a:lvl8pPr lvl="7"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8pPr>
            <a:lvl9pPr lvl="8" marR="0" rtl="0" algn="l">
              <a:lnSpc>
                <a:spcPct val="100000"/>
              </a:lnSpc>
              <a:spcBef>
                <a:spcPts val="0"/>
              </a:spcBef>
              <a:spcAft>
                <a:spcPts val="0"/>
              </a:spcAft>
              <a:buClr>
                <a:srgbClr val="FFFFFF"/>
              </a:buClr>
              <a:buSzPts val="3800"/>
              <a:buFont typeface="Arial"/>
              <a:buNone/>
              <a:defRPr b="1" i="0" sz="3800" u="none" cap="none" strike="noStrike">
                <a:solidFill>
                  <a:srgbClr val="FFFFFF"/>
                </a:solidFill>
                <a:latin typeface="Arial"/>
                <a:ea typeface="Arial"/>
                <a:cs typeface="Arial"/>
                <a:sym typeface="Arial"/>
              </a:defRPr>
            </a:lvl9pPr>
          </a:lstStyle>
          <a:p/>
        </p:txBody>
      </p:sp>
      <p:sp>
        <p:nvSpPr>
          <p:cNvPr id="31" name="Google Shape;31;p30"/>
          <p:cNvSpPr txBox="1"/>
          <p:nvPr>
            <p:ph idx="1" type="body"/>
          </p:nvPr>
        </p:nvSpPr>
        <p:spPr>
          <a:xfrm>
            <a:off x="527051" y="1125538"/>
            <a:ext cx="11040600" cy="5052900"/>
          </a:xfrm>
          <a:prstGeom prst="rect">
            <a:avLst/>
          </a:prstGeom>
          <a:noFill/>
          <a:ln>
            <a:noFill/>
          </a:ln>
        </p:spPr>
        <p:txBody>
          <a:bodyPr anchorCtr="0" anchor="t" bIns="91425" lIns="91425" spcFirstLastPara="1" rIns="91425" wrap="square" tIns="91425">
            <a:noAutofit/>
          </a:bodyPr>
          <a:lstStyle>
            <a:lvl1pPr indent="-368300" lvl="0" marL="457200" marR="0" rtl="0" algn="l">
              <a:lnSpc>
                <a:spcPct val="120000"/>
              </a:lnSpc>
              <a:spcBef>
                <a:spcPts val="0"/>
              </a:spcBef>
              <a:spcAft>
                <a:spcPts val="0"/>
              </a:spcAft>
              <a:buClr>
                <a:schemeClr val="dk1"/>
              </a:buClr>
              <a:buSzPts val="2200"/>
              <a:buFont typeface="Calibri"/>
              <a:buChar char="•"/>
              <a:defRPr b="0" i="0" sz="2200" u="none" cap="none" strike="noStrike">
                <a:solidFill>
                  <a:schemeClr val="dk1"/>
                </a:solidFill>
                <a:latin typeface="Calibri"/>
                <a:ea typeface="Calibri"/>
                <a:cs typeface="Calibri"/>
                <a:sym typeface="Calibri"/>
              </a:defRPr>
            </a:lvl1pPr>
            <a:lvl2pPr indent="-368300" lvl="1" marL="914400" marR="0" rtl="0" algn="l">
              <a:lnSpc>
                <a:spcPct val="120000"/>
              </a:lnSpc>
              <a:spcBef>
                <a:spcPts val="0"/>
              </a:spcBef>
              <a:spcAft>
                <a:spcPts val="0"/>
              </a:spcAft>
              <a:buClr>
                <a:schemeClr val="dk1"/>
              </a:buClr>
              <a:buSzPts val="2200"/>
              <a:buFont typeface="Calibri"/>
              <a:buChar char="–"/>
              <a:defRPr b="0" i="0" sz="2200" u="none" cap="none" strike="noStrike">
                <a:solidFill>
                  <a:schemeClr val="dk1"/>
                </a:solidFill>
                <a:latin typeface="Calibri"/>
                <a:ea typeface="Calibri"/>
                <a:cs typeface="Calibri"/>
                <a:sym typeface="Calibri"/>
              </a:defRPr>
            </a:lvl2pPr>
            <a:lvl3pPr indent="-368300" lvl="2" marL="1371600" marR="0" rtl="0" algn="l">
              <a:lnSpc>
                <a:spcPct val="120000"/>
              </a:lnSpc>
              <a:spcBef>
                <a:spcPts val="0"/>
              </a:spcBef>
              <a:spcAft>
                <a:spcPts val="0"/>
              </a:spcAft>
              <a:buClr>
                <a:schemeClr val="dk1"/>
              </a:buClr>
              <a:buSzPts val="2200"/>
              <a:buFont typeface="Calibri"/>
              <a:buChar char="•"/>
              <a:defRPr b="0" i="0" sz="2200" u="none" cap="none" strike="noStrike">
                <a:solidFill>
                  <a:schemeClr val="dk1"/>
                </a:solidFill>
                <a:latin typeface="Calibri"/>
                <a:ea typeface="Calibri"/>
                <a:cs typeface="Calibri"/>
                <a:sym typeface="Calibri"/>
              </a:defRPr>
            </a:lvl3pPr>
            <a:lvl4pPr indent="-368300" lvl="3" marL="1828800" marR="0" rtl="0" algn="l">
              <a:lnSpc>
                <a:spcPct val="120000"/>
              </a:lnSpc>
              <a:spcBef>
                <a:spcPts val="0"/>
              </a:spcBef>
              <a:spcAft>
                <a:spcPts val="0"/>
              </a:spcAft>
              <a:buClr>
                <a:schemeClr val="dk1"/>
              </a:buClr>
              <a:buSzPts val="2200"/>
              <a:buFont typeface="Calibri"/>
              <a:buChar char="–"/>
              <a:defRPr b="0" i="0" sz="2200" u="none" cap="none" strike="noStrike">
                <a:solidFill>
                  <a:schemeClr val="dk1"/>
                </a:solidFill>
                <a:latin typeface="Calibri"/>
                <a:ea typeface="Calibri"/>
                <a:cs typeface="Calibri"/>
                <a:sym typeface="Calibri"/>
              </a:defRPr>
            </a:lvl4pPr>
            <a:lvl5pPr indent="-368300" lvl="4" marL="2286000" marR="0" rtl="0" algn="l">
              <a:lnSpc>
                <a:spcPct val="120000"/>
              </a:lnSpc>
              <a:spcBef>
                <a:spcPts val="0"/>
              </a:spcBef>
              <a:spcAft>
                <a:spcPts val="0"/>
              </a:spcAft>
              <a:buClr>
                <a:schemeClr val="dk1"/>
              </a:buClr>
              <a:buSzPts val="2200"/>
              <a:buFont typeface="Calibri"/>
              <a:buChar char="»"/>
              <a:defRPr b="0" i="0" sz="2200" u="none" cap="none" strike="noStrike">
                <a:solidFill>
                  <a:schemeClr val="dk1"/>
                </a:solidFill>
                <a:latin typeface="Calibri"/>
                <a:ea typeface="Calibri"/>
                <a:cs typeface="Calibri"/>
                <a:sym typeface="Calibri"/>
              </a:defRPr>
            </a:lvl5pPr>
            <a:lvl6pPr indent="-546100" lvl="5" marL="2743200" marR="0" rtl="0" algn="l">
              <a:lnSpc>
                <a:spcPct val="120000"/>
              </a:lnSpc>
              <a:spcBef>
                <a:spcPts val="0"/>
              </a:spcBef>
              <a:spcAft>
                <a:spcPts val="0"/>
              </a:spcAft>
              <a:buClr>
                <a:srgbClr val="FFFFFF"/>
              </a:buClr>
              <a:buSzPts val="5000"/>
              <a:buFont typeface="Calibri"/>
              <a:buChar char="■"/>
              <a:defRPr b="0" i="0" sz="5000" u="none" cap="none" strike="noStrike">
                <a:solidFill>
                  <a:srgbClr val="FFFFFF"/>
                </a:solidFill>
                <a:latin typeface="Calibri"/>
                <a:ea typeface="Calibri"/>
                <a:cs typeface="Calibri"/>
                <a:sym typeface="Calibri"/>
              </a:defRPr>
            </a:lvl6pPr>
            <a:lvl7pPr indent="-546100" lvl="6" marL="3200400" marR="0" rtl="0" algn="l">
              <a:lnSpc>
                <a:spcPct val="120000"/>
              </a:lnSpc>
              <a:spcBef>
                <a:spcPts val="0"/>
              </a:spcBef>
              <a:spcAft>
                <a:spcPts val="0"/>
              </a:spcAft>
              <a:buClr>
                <a:srgbClr val="FFFFFF"/>
              </a:buClr>
              <a:buSzPts val="5000"/>
              <a:buFont typeface="Calibri"/>
              <a:buChar char="●"/>
              <a:defRPr b="0" i="0" sz="5000" u="none" cap="none" strike="noStrike">
                <a:solidFill>
                  <a:srgbClr val="FFFFFF"/>
                </a:solidFill>
                <a:latin typeface="Calibri"/>
                <a:ea typeface="Calibri"/>
                <a:cs typeface="Calibri"/>
                <a:sym typeface="Calibri"/>
              </a:defRPr>
            </a:lvl7pPr>
            <a:lvl8pPr indent="-546100" lvl="7" marL="3657600" marR="0" rtl="0" algn="l">
              <a:lnSpc>
                <a:spcPct val="120000"/>
              </a:lnSpc>
              <a:spcBef>
                <a:spcPts val="0"/>
              </a:spcBef>
              <a:spcAft>
                <a:spcPts val="0"/>
              </a:spcAft>
              <a:buClr>
                <a:srgbClr val="FFFFFF"/>
              </a:buClr>
              <a:buSzPts val="5000"/>
              <a:buFont typeface="Calibri"/>
              <a:buChar char="○"/>
              <a:defRPr b="0" i="0" sz="5000" u="none" cap="none" strike="noStrike">
                <a:solidFill>
                  <a:srgbClr val="FFFFFF"/>
                </a:solidFill>
                <a:latin typeface="Calibri"/>
                <a:ea typeface="Calibri"/>
                <a:cs typeface="Calibri"/>
                <a:sym typeface="Calibri"/>
              </a:defRPr>
            </a:lvl8pPr>
            <a:lvl9pPr indent="-546100" lvl="8" marL="4114800" marR="0" rtl="0" algn="l">
              <a:lnSpc>
                <a:spcPct val="120000"/>
              </a:lnSpc>
              <a:spcBef>
                <a:spcPts val="0"/>
              </a:spcBef>
              <a:spcAft>
                <a:spcPts val="0"/>
              </a:spcAft>
              <a:buClr>
                <a:srgbClr val="FFFFFF"/>
              </a:buClr>
              <a:buSzPts val="5000"/>
              <a:buFont typeface="Calibri"/>
              <a:buChar char="■"/>
              <a:defRPr b="0" i="0" sz="5000" u="none" cap="none" strike="noStrike">
                <a:solidFill>
                  <a:srgbClr val="FFFFFF"/>
                </a:solidFill>
                <a:latin typeface="Calibri"/>
                <a:ea typeface="Calibri"/>
                <a:cs typeface="Calibri"/>
                <a:sym typeface="Calibri"/>
              </a:defRPr>
            </a:lvl9pPr>
          </a:lstStyle>
          <a:p/>
        </p:txBody>
      </p:sp>
      <p:sp>
        <p:nvSpPr>
          <p:cNvPr id="32" name="Google Shape;32;p30"/>
          <p:cNvSpPr txBox="1"/>
          <p:nvPr>
            <p:ph idx="12" type="sldNum"/>
          </p:nvPr>
        </p:nvSpPr>
        <p:spPr>
          <a:xfrm>
            <a:off x="8504768" y="9296400"/>
            <a:ext cx="319500" cy="236400"/>
          </a:xfrm>
          <a:prstGeom prst="rect">
            <a:avLst/>
          </a:prstGeom>
          <a:noFill/>
          <a:ln>
            <a:noFill/>
          </a:ln>
        </p:spPr>
        <p:txBody>
          <a:bodyPr anchorCtr="0" anchor="t" bIns="35700" lIns="35700" spcFirstLastPara="1" rIns="35700" wrap="square" tIns="35700">
            <a:noAutofit/>
          </a:bodyPr>
          <a:lstStyle>
            <a:lvl1pPr indent="0" lvl="0"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75"/>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zh-TW"/>
              <a:t>‹#›</a:t>
            </a:fld>
            <a:endParaRPr/>
          </a:p>
        </p:txBody>
      </p:sp>
      <p:pic>
        <p:nvPicPr>
          <p:cNvPr descr="pasted-image.pdf" id="33" name="Google Shape;33;p30"/>
          <p:cNvPicPr preferRelativeResize="0"/>
          <p:nvPr/>
        </p:nvPicPr>
        <p:blipFill rotWithShape="1">
          <a:blip r:embed="rId2">
            <a:alphaModFix/>
          </a:blip>
          <a:srcRect b="0" l="0" r="0" t="0"/>
          <a:stretch/>
        </p:blipFill>
        <p:spPr>
          <a:xfrm>
            <a:off x="10320868" y="6313489"/>
            <a:ext cx="1522729" cy="32998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
          <p:cNvSpPr txBox="1"/>
          <p:nvPr>
            <p:ph type="ctrTitle"/>
          </p:nvPr>
        </p:nvSpPr>
        <p:spPr>
          <a:xfrm>
            <a:off x="1524000" y="1122363"/>
            <a:ext cx="9144000" cy="2387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None/>
            </a:pPr>
            <a:r>
              <a:rPr b="0" lang="zh-TW" sz="4000">
                <a:solidFill>
                  <a:srgbClr val="4591C5"/>
                </a:solidFill>
                <a:latin typeface="Maven Pro Medium"/>
                <a:ea typeface="Maven Pro Medium"/>
                <a:cs typeface="Maven Pro Medium"/>
                <a:sym typeface="Maven Pro Medium"/>
              </a:rPr>
              <a:t>透過 AI 自動化生成</a:t>
            </a:r>
            <a:br>
              <a:rPr b="0" lang="zh-TW" sz="4000">
                <a:solidFill>
                  <a:srgbClr val="4591C5"/>
                </a:solidFill>
                <a:latin typeface="Maven Pro Medium"/>
                <a:ea typeface="Maven Pro Medium"/>
                <a:cs typeface="Maven Pro Medium"/>
                <a:sym typeface="Maven Pro Medium"/>
              </a:rPr>
            </a:br>
            <a:r>
              <a:rPr b="0" lang="zh-TW" sz="4000">
                <a:solidFill>
                  <a:srgbClr val="4591C5"/>
                </a:solidFill>
                <a:latin typeface="Maven Pro Medium"/>
                <a:ea typeface="Maven Pro Medium"/>
                <a:cs typeface="Maven Pro Medium"/>
                <a:sym typeface="Maven Pro Medium"/>
              </a:rPr>
              <a:t>網頁的優勢與應用</a:t>
            </a:r>
            <a:endParaRPr/>
          </a:p>
        </p:txBody>
      </p:sp>
      <p:sp>
        <p:nvSpPr>
          <p:cNvPr id="78" name="Google Shape;78;p1"/>
          <p:cNvSpPr txBox="1"/>
          <p:nvPr/>
        </p:nvSpPr>
        <p:spPr>
          <a:xfrm>
            <a:off x="10331450" y="5478000"/>
            <a:ext cx="2109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TW" sz="1800">
                <a:solidFill>
                  <a:srgbClr val="4591C5"/>
                </a:solidFill>
                <a:latin typeface="Nunito"/>
                <a:ea typeface="Nunito"/>
                <a:cs typeface="Nunito"/>
                <a:sym typeface="Nunito"/>
              </a:rPr>
              <a:t>Paul Wu</a:t>
            </a:r>
            <a:endParaRPr b="1" sz="1800">
              <a:solidFill>
                <a:srgbClr val="4591C5"/>
              </a:solidFill>
              <a:latin typeface="Nunito"/>
              <a:ea typeface="Nunito"/>
              <a:cs typeface="Nunito"/>
              <a:sym typeface="Nunito"/>
            </a:endParaRPr>
          </a:p>
          <a:p>
            <a:pPr indent="0" lvl="0" marL="0" rtl="0" algn="l">
              <a:spcBef>
                <a:spcPts val="0"/>
              </a:spcBef>
              <a:spcAft>
                <a:spcPts val="0"/>
              </a:spcAft>
              <a:buNone/>
            </a:pPr>
            <a:r>
              <a:rPr b="1" lang="zh-TW" sz="1800">
                <a:solidFill>
                  <a:srgbClr val="4591C5"/>
                </a:solidFill>
                <a:latin typeface="Nunito"/>
                <a:ea typeface="Nunito"/>
                <a:cs typeface="Nunito"/>
                <a:sym typeface="Nunito"/>
              </a:rPr>
              <a:t>2025/02/25</a:t>
            </a:r>
            <a:endParaRPr b="1" sz="1800">
              <a:solidFill>
                <a:srgbClr val="4591C5"/>
              </a:solidFill>
              <a:latin typeface="Nunito"/>
              <a:ea typeface="Nunito"/>
              <a:cs typeface="Nunito"/>
              <a:sym typeface="Nunito"/>
            </a:endParaRPr>
          </a:p>
        </p:txBody>
      </p:sp>
      <p:sp>
        <p:nvSpPr>
          <p:cNvPr id="79" name="Google Shape;79;p1"/>
          <p:cNvSpPr txBox="1"/>
          <p:nvPr/>
        </p:nvSpPr>
        <p:spPr>
          <a:xfrm>
            <a:off x="152400" y="589050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rgbClr val="055198"/>
                </a:solidFill>
                <a:latin typeface="Calibri"/>
                <a:ea typeface="Calibri"/>
                <a:cs typeface="Calibri"/>
                <a:sym typeface="Calibri"/>
              </a:rPr>
              <a:t>Gemtek Confidential</a:t>
            </a:r>
            <a:endParaRPr>
              <a:solidFill>
                <a:schemeClr val="dk1"/>
              </a:solidFill>
            </a:endParaRPr>
          </a:p>
          <a:p>
            <a:pPr indent="0" lvl="0" marL="0" rtl="0" algn="l">
              <a:spcBef>
                <a:spcPts val="0"/>
              </a:spcBef>
              <a:spcAft>
                <a:spcPts val="0"/>
              </a:spcAft>
              <a:buNone/>
            </a:pPr>
            <a:r>
              <a:rPr lang="zh-TW" sz="1800">
                <a:solidFill>
                  <a:srgbClr val="055198"/>
                </a:solidFill>
                <a:latin typeface="Calibri"/>
                <a:ea typeface="Calibri"/>
                <a:cs typeface="Calibri"/>
                <a:sym typeface="Calibri"/>
              </a:rPr>
              <a:t>Distribution Prohibited</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a:t>目錄</a:t>
            </a:r>
            <a:endParaRPr sz="3000">
              <a:latin typeface="Nunito"/>
              <a:ea typeface="Nunito"/>
              <a:cs typeface="Nunito"/>
              <a:sym typeface="Nunito"/>
            </a:endParaRPr>
          </a:p>
        </p:txBody>
      </p:sp>
      <p:sp>
        <p:nvSpPr>
          <p:cNvPr id="85" name="Google Shape;85;p2"/>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rtl="0" algn="l">
              <a:lnSpc>
                <a:spcPct val="120000"/>
              </a:lnSpc>
              <a:spcBef>
                <a:spcPts val="0"/>
              </a:spcBef>
              <a:spcAft>
                <a:spcPts val="0"/>
              </a:spcAft>
              <a:buSzPts val="2200"/>
              <a:buChar char="●"/>
            </a:pPr>
            <a:r>
              <a:rPr lang="zh-TW"/>
              <a:t>專案概述</a:t>
            </a:r>
            <a:endParaRPr/>
          </a:p>
          <a:p>
            <a:pPr indent="-368300" lvl="0" marL="457200" rtl="0" algn="l">
              <a:lnSpc>
                <a:spcPct val="120000"/>
              </a:lnSpc>
              <a:spcBef>
                <a:spcPts val="0"/>
              </a:spcBef>
              <a:spcAft>
                <a:spcPts val="0"/>
              </a:spcAft>
              <a:buSzPts val="2200"/>
              <a:buChar char="●"/>
            </a:pPr>
            <a:r>
              <a:rPr lang="zh-TW"/>
              <a:t>AI 自動生成與傳統開發差異分析</a:t>
            </a:r>
            <a:endParaRPr/>
          </a:p>
          <a:p>
            <a:pPr indent="-368300" lvl="0" marL="457200" rtl="0" algn="l">
              <a:lnSpc>
                <a:spcPct val="120000"/>
              </a:lnSpc>
              <a:spcBef>
                <a:spcPts val="0"/>
              </a:spcBef>
              <a:spcAft>
                <a:spcPts val="0"/>
              </a:spcAft>
              <a:buSzPts val="2200"/>
              <a:buChar char="●"/>
            </a:pPr>
            <a:r>
              <a:rPr lang="zh-TW"/>
              <a:t>AI 如何協助開發流程</a:t>
            </a:r>
            <a:endParaRPr/>
          </a:p>
          <a:p>
            <a:pPr indent="-368300" lvl="0" marL="457200" rtl="0" algn="l">
              <a:lnSpc>
                <a:spcPct val="120000"/>
              </a:lnSpc>
              <a:spcBef>
                <a:spcPts val="0"/>
              </a:spcBef>
              <a:spcAft>
                <a:spcPts val="0"/>
              </a:spcAft>
              <a:buSzPts val="2200"/>
              <a:buChar char="●"/>
            </a:pPr>
            <a:r>
              <a:rPr lang="zh-TW"/>
              <a:t>結論</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nvSpPr>
        <p:spPr>
          <a:xfrm>
            <a:off x="-1" y="2819903"/>
            <a:ext cx="12192001" cy="707886"/>
          </a:xfrm>
          <a:prstGeom prst="rect">
            <a:avLst/>
          </a:prstGeom>
          <a:noFill/>
          <a:ln>
            <a:noFill/>
          </a:ln>
        </p:spPr>
        <p:txBody>
          <a:bodyPr anchorCtr="1" anchor="ctr" bIns="45700" lIns="91425" spcFirstLastPara="1" rIns="91425" wrap="square" tIns="45700">
            <a:spAutoFit/>
          </a:bodyPr>
          <a:lstStyle/>
          <a:p>
            <a:pPr indent="0" lvl="0" marL="0" marR="0" rtl="0" algn="ctr">
              <a:spcBef>
                <a:spcPts val="0"/>
              </a:spcBef>
              <a:spcAft>
                <a:spcPts val="0"/>
              </a:spcAft>
              <a:buNone/>
            </a:pPr>
            <a:r>
              <a:rPr lang="zh-TW" sz="4000">
                <a:solidFill>
                  <a:schemeClr val="dk1"/>
                </a:solidFill>
              </a:rPr>
              <a:t>專案概述</a:t>
            </a:r>
            <a:endParaRPr sz="4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4"/>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zh-TW"/>
              <a:t>專案名稱：自動化網頁介面開發</a:t>
            </a:r>
            <a:endParaRPr/>
          </a:p>
          <a:p>
            <a:pPr indent="-368300" lvl="0" marL="457200" rtl="0" algn="l">
              <a:spcBef>
                <a:spcPts val="0"/>
              </a:spcBef>
              <a:spcAft>
                <a:spcPts val="0"/>
              </a:spcAft>
              <a:buSzPts val="2200"/>
              <a:buChar char="•"/>
            </a:pPr>
            <a:r>
              <a:rPr lang="zh-TW"/>
              <a:t>專案目標：利用 AI 工具（如 bolt.new）自動生成網頁，提升開發效率、降低人為錯誤，並確保設計風格一致性。</a:t>
            </a:r>
            <a:endParaRPr/>
          </a:p>
          <a:p>
            <a:pPr indent="-368300" lvl="0" marL="457200" rtl="0" algn="l">
              <a:spcBef>
                <a:spcPts val="0"/>
              </a:spcBef>
              <a:spcAft>
                <a:spcPts val="0"/>
              </a:spcAft>
              <a:buSzPts val="2200"/>
              <a:buChar char="•"/>
            </a:pPr>
            <a:r>
              <a:rPr lang="zh-TW"/>
              <a:t>主要開發工具：bolt.new + Vue.js（搭配 TypeScript 與 Vite）</a:t>
            </a:r>
            <a:endParaRPr/>
          </a:p>
          <a:p>
            <a:pPr indent="-368300" lvl="0" marL="457200" rtl="0" algn="l">
              <a:spcBef>
                <a:spcPts val="0"/>
              </a:spcBef>
              <a:spcAft>
                <a:spcPts val="0"/>
              </a:spcAft>
              <a:buSzPts val="2200"/>
              <a:buChar char="•"/>
            </a:pPr>
            <a:r>
              <a:rPr lang="zh-TW"/>
              <a:t>本地開發環境：VS Code + Araxis Merge</a:t>
            </a:r>
            <a:endParaRPr/>
          </a:p>
          <a:p>
            <a:pPr indent="-368300" lvl="0" marL="457200" rtl="0" algn="l">
              <a:spcBef>
                <a:spcPts val="0"/>
              </a:spcBef>
              <a:spcAft>
                <a:spcPts val="0"/>
              </a:spcAft>
              <a:buSzPts val="2200"/>
              <a:buChar char="•"/>
            </a:pPr>
            <a:r>
              <a:rPr lang="zh-TW"/>
              <a:t>版本控制工具：Git</a:t>
            </a:r>
            <a:endParaRPr/>
          </a:p>
        </p:txBody>
      </p:sp>
      <p:sp>
        <p:nvSpPr>
          <p:cNvPr id="96" name="Google Shape;96;p4"/>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a:t>專案概述</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5"/>
          <p:cNvSpPr txBox="1"/>
          <p:nvPr/>
        </p:nvSpPr>
        <p:spPr>
          <a:xfrm>
            <a:off x="0" y="2755249"/>
            <a:ext cx="12192000" cy="708000"/>
          </a:xfrm>
          <a:prstGeom prst="rect">
            <a:avLst/>
          </a:prstGeom>
          <a:noFill/>
          <a:ln>
            <a:noFill/>
          </a:ln>
        </p:spPr>
        <p:txBody>
          <a:bodyPr anchorCtr="1" anchor="ctr" bIns="45700" lIns="91425" spcFirstLastPara="1" rIns="91425" wrap="square" tIns="45700">
            <a:spAutoFit/>
          </a:bodyPr>
          <a:lstStyle/>
          <a:p>
            <a:pPr indent="0" lvl="0" marL="0" rtl="0" algn="ctr">
              <a:spcBef>
                <a:spcPts val="0"/>
              </a:spcBef>
              <a:spcAft>
                <a:spcPts val="0"/>
              </a:spcAft>
              <a:buSzPts val="1100"/>
              <a:buNone/>
            </a:pPr>
            <a:r>
              <a:rPr lang="zh-TW" sz="4000">
                <a:solidFill>
                  <a:schemeClr val="dk1"/>
                </a:solidFill>
              </a:rPr>
              <a:t>AI 自動生成與傳統開發差異分</a:t>
            </a:r>
            <a:r>
              <a:rPr lang="zh-TW" sz="4000">
                <a:solidFill>
                  <a:schemeClr val="dk1"/>
                </a:solidFill>
              </a:rPr>
              <a:t>析</a:t>
            </a:r>
            <a:endParaRPr sz="4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idx="1" type="body"/>
          </p:nvPr>
        </p:nvSpPr>
        <p:spPr>
          <a:xfrm>
            <a:off x="575331" y="1135969"/>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開發耗時：每個頁面需手動設計與撰寫</a:t>
            </a:r>
            <a:endParaRPr/>
          </a:p>
          <a:p>
            <a:pPr indent="-368300" lvl="0" marL="457200" marR="0" rtl="0" algn="l">
              <a:lnSpc>
                <a:spcPct val="120000"/>
              </a:lnSpc>
              <a:spcBef>
                <a:spcPts val="0"/>
              </a:spcBef>
              <a:spcAft>
                <a:spcPts val="0"/>
              </a:spcAft>
              <a:buClr>
                <a:schemeClr val="dk1"/>
              </a:buClr>
              <a:buSzPts val="2200"/>
              <a:buFont typeface="Nunito"/>
              <a:buChar char="•"/>
            </a:pPr>
            <a:r>
              <a:rPr lang="zh-TW"/>
              <a:t>風格不一致：不同開發人員或頁面可能出現設計差異</a:t>
            </a:r>
            <a:endParaRPr/>
          </a:p>
          <a:p>
            <a:pPr indent="-368300" lvl="0" marL="457200" marR="0" rtl="0" algn="l">
              <a:lnSpc>
                <a:spcPct val="120000"/>
              </a:lnSpc>
              <a:spcBef>
                <a:spcPts val="0"/>
              </a:spcBef>
              <a:spcAft>
                <a:spcPts val="0"/>
              </a:spcAft>
              <a:buClr>
                <a:schemeClr val="dk1"/>
              </a:buClr>
              <a:buSzPts val="2200"/>
              <a:buFont typeface="Nunito"/>
              <a:buChar char="•"/>
            </a:pPr>
            <a:r>
              <a:rPr lang="zh-TW"/>
              <a:t>維護困難：樣式重複、</a:t>
            </a:r>
            <a:r>
              <a:rPr lang="zh-TW"/>
              <a:t>難以</a:t>
            </a:r>
            <a:r>
              <a:rPr lang="zh-TW"/>
              <a:t>統一修改</a:t>
            </a:r>
            <a:endParaRPr/>
          </a:p>
        </p:txBody>
      </p:sp>
      <p:sp>
        <p:nvSpPr>
          <p:cNvPr id="107" name="Google Shape;107;p6"/>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自動生成與傳統開發差異分析(傳統)</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8"/>
          <p:cNvSpPr txBox="1"/>
          <p:nvPr>
            <p:ph idx="1" type="body"/>
          </p:nvPr>
        </p:nvSpPr>
        <p:spPr>
          <a:xfrm>
            <a:off x="527375" y="1124751"/>
            <a:ext cx="11041200" cy="55335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效率提升</a:t>
            </a:r>
            <a:endParaRPr/>
          </a:p>
          <a:p>
            <a:pPr indent="-342900" lvl="1" marL="914400" rtl="0" algn="l">
              <a:lnSpc>
                <a:spcPct val="120000"/>
              </a:lnSpc>
              <a:spcBef>
                <a:spcPts val="0"/>
              </a:spcBef>
              <a:spcAft>
                <a:spcPts val="0"/>
              </a:spcAft>
              <a:buSzPts val="1800"/>
              <a:buChar char="–"/>
            </a:pPr>
            <a:r>
              <a:rPr lang="zh-TW" sz="1800"/>
              <a:t>自動生成基礎頁面與元件，減少重複性工作。</a:t>
            </a:r>
            <a:endParaRPr sz="1800"/>
          </a:p>
          <a:p>
            <a:pPr indent="-342900" lvl="1" marL="914400" rtl="0" algn="l">
              <a:lnSpc>
                <a:spcPct val="120000"/>
              </a:lnSpc>
              <a:spcBef>
                <a:spcPts val="0"/>
              </a:spcBef>
              <a:spcAft>
                <a:spcPts val="0"/>
              </a:spcAft>
              <a:buSzPts val="1800"/>
              <a:buChar char="–"/>
            </a:pPr>
            <a:r>
              <a:rPr lang="zh-TW" sz="1800"/>
              <a:t>快速構建樣式與版型，縮短開發週期。</a:t>
            </a:r>
            <a:endParaRPr sz="1800"/>
          </a:p>
          <a:p>
            <a:pPr indent="-368300" lvl="0" marL="457200" marR="0" rtl="0" algn="l">
              <a:lnSpc>
                <a:spcPct val="120000"/>
              </a:lnSpc>
              <a:spcBef>
                <a:spcPts val="0"/>
              </a:spcBef>
              <a:spcAft>
                <a:spcPts val="0"/>
              </a:spcAft>
              <a:buClr>
                <a:schemeClr val="dk1"/>
              </a:buClr>
              <a:buSzPts val="2200"/>
              <a:buFont typeface="Nunito"/>
              <a:buChar char="•"/>
            </a:pPr>
            <a:r>
              <a:rPr lang="zh-TW"/>
              <a:t>設計一致性</a:t>
            </a:r>
            <a:endParaRPr/>
          </a:p>
          <a:p>
            <a:pPr indent="-342900" lvl="1" marL="914400" rtl="0" algn="l">
              <a:lnSpc>
                <a:spcPct val="120000"/>
              </a:lnSpc>
              <a:spcBef>
                <a:spcPts val="0"/>
              </a:spcBef>
              <a:spcAft>
                <a:spcPts val="0"/>
              </a:spcAft>
              <a:buSzPts val="1800"/>
              <a:buChar char="–"/>
            </a:pPr>
            <a:r>
              <a:rPr lang="zh-TW" sz="1800"/>
              <a:t>AI 提供統一的設計風格，避免個人偏好影響。</a:t>
            </a:r>
            <a:endParaRPr sz="1800"/>
          </a:p>
          <a:p>
            <a:pPr indent="-342900" lvl="1" marL="914400" rtl="0" algn="l">
              <a:lnSpc>
                <a:spcPct val="120000"/>
              </a:lnSpc>
              <a:spcBef>
                <a:spcPts val="0"/>
              </a:spcBef>
              <a:spcAft>
                <a:spcPts val="0"/>
              </a:spcAft>
              <a:buSzPts val="1800"/>
              <a:buChar char="–"/>
            </a:pPr>
            <a:r>
              <a:rPr lang="zh-TW" sz="1800"/>
              <a:t>樣式統一抽出，讓各頁面保持視覺一致。</a:t>
            </a:r>
            <a:endParaRPr sz="1800"/>
          </a:p>
          <a:p>
            <a:pPr indent="-368300" lvl="0" marL="457200" marR="0" rtl="0" algn="l">
              <a:lnSpc>
                <a:spcPct val="120000"/>
              </a:lnSpc>
              <a:spcBef>
                <a:spcPts val="0"/>
              </a:spcBef>
              <a:spcAft>
                <a:spcPts val="0"/>
              </a:spcAft>
              <a:buClr>
                <a:schemeClr val="dk1"/>
              </a:buClr>
              <a:buSzPts val="2200"/>
              <a:buFont typeface="Nunito"/>
              <a:buChar char="•"/>
            </a:pPr>
            <a:r>
              <a:rPr lang="zh-TW"/>
              <a:t>易於維護與擴展</a:t>
            </a:r>
            <a:endParaRPr/>
          </a:p>
          <a:p>
            <a:pPr indent="-342900" lvl="1" marL="914400" rtl="0" algn="l">
              <a:lnSpc>
                <a:spcPct val="120000"/>
              </a:lnSpc>
              <a:spcBef>
                <a:spcPts val="0"/>
              </a:spcBef>
              <a:spcAft>
                <a:spcPts val="0"/>
              </a:spcAft>
              <a:buSzPts val="1800"/>
              <a:buChar char="–"/>
            </a:pPr>
            <a:r>
              <a:rPr lang="zh-TW" sz="1800"/>
              <a:t>提取共享 CSS 類別，修改時只需變動少量程式碼。</a:t>
            </a:r>
            <a:endParaRPr sz="1800"/>
          </a:p>
          <a:p>
            <a:pPr indent="-342900" lvl="1" marL="914400" rtl="0" algn="l">
              <a:lnSpc>
                <a:spcPct val="120000"/>
              </a:lnSpc>
              <a:spcBef>
                <a:spcPts val="0"/>
              </a:spcBef>
              <a:spcAft>
                <a:spcPts val="0"/>
              </a:spcAft>
              <a:buSzPts val="1800"/>
              <a:buChar char="–"/>
            </a:pPr>
            <a:r>
              <a:rPr lang="zh-TW" sz="1800"/>
              <a:t>頁面之間可共用元件，提高程式碼的可重用性。</a:t>
            </a:r>
            <a:endParaRPr sz="1800"/>
          </a:p>
          <a:p>
            <a:pPr indent="-368300" lvl="0" marL="457200" marR="0" rtl="0" algn="l">
              <a:lnSpc>
                <a:spcPct val="120000"/>
              </a:lnSpc>
              <a:spcBef>
                <a:spcPts val="0"/>
              </a:spcBef>
              <a:spcAft>
                <a:spcPts val="0"/>
              </a:spcAft>
              <a:buClr>
                <a:schemeClr val="dk1"/>
              </a:buClr>
              <a:buSzPts val="2200"/>
              <a:buFont typeface="Nunito"/>
              <a:buChar char="•"/>
            </a:pPr>
            <a:r>
              <a:rPr lang="zh-TW"/>
              <a:t>多國語系</a:t>
            </a:r>
            <a:endParaRPr/>
          </a:p>
          <a:p>
            <a:pPr indent="-342900" lvl="1" marL="914400" rtl="0" algn="l">
              <a:lnSpc>
                <a:spcPct val="120000"/>
              </a:lnSpc>
              <a:spcBef>
                <a:spcPts val="0"/>
              </a:spcBef>
              <a:spcAft>
                <a:spcPts val="0"/>
              </a:spcAft>
              <a:buSzPts val="1800"/>
              <a:buChar char="–"/>
            </a:pPr>
            <a:r>
              <a:rPr lang="zh-TW" sz="1800"/>
              <a:t>快速抽取各頁面文字進行翻譯。</a:t>
            </a:r>
            <a:endParaRPr sz="1800"/>
          </a:p>
          <a:p>
            <a:pPr indent="-342900" lvl="1" marL="914400" rtl="0" algn="l">
              <a:lnSpc>
                <a:spcPct val="120000"/>
              </a:lnSpc>
              <a:spcBef>
                <a:spcPts val="0"/>
              </a:spcBef>
              <a:spcAft>
                <a:spcPts val="0"/>
              </a:spcAft>
              <a:buSzPts val="1800"/>
              <a:buChar char="–"/>
            </a:pPr>
            <a:r>
              <a:rPr lang="zh-TW" sz="1800"/>
              <a:t>減少錯誤翻譯，提升國際化品質。</a:t>
            </a:r>
            <a:endParaRPr sz="1800"/>
          </a:p>
          <a:p>
            <a:pPr indent="-368300" lvl="0" marL="457200" rtl="0" algn="l">
              <a:spcBef>
                <a:spcPts val="0"/>
              </a:spcBef>
              <a:spcAft>
                <a:spcPts val="0"/>
              </a:spcAft>
              <a:buSzPts val="2200"/>
              <a:buChar char="•"/>
            </a:pPr>
            <a:r>
              <a:rPr lang="zh-TW"/>
              <a:t>多框架</a:t>
            </a:r>
            <a:endParaRPr/>
          </a:p>
          <a:p>
            <a:pPr indent="-342900" lvl="1" marL="914400" rtl="0" algn="l">
              <a:spcBef>
                <a:spcPts val="0"/>
              </a:spcBef>
              <a:spcAft>
                <a:spcPts val="0"/>
              </a:spcAft>
              <a:buSzPts val="1800"/>
              <a:buChar char="–"/>
            </a:pPr>
            <a:r>
              <a:rPr lang="zh-TW" sz="1800"/>
              <a:t>支援多種框架與語言，如 Vue.js、React、Angular 等。</a:t>
            </a:r>
            <a:endParaRPr sz="1800"/>
          </a:p>
        </p:txBody>
      </p:sp>
      <p:sp>
        <p:nvSpPr>
          <p:cNvPr id="113" name="Google Shape;113;p8"/>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3000"/>
              <a:buNone/>
            </a:pPr>
            <a:r>
              <a:rPr lang="zh-TW" sz="3200">
                <a:solidFill>
                  <a:schemeClr val="lt1"/>
                </a:solidFill>
              </a:rPr>
              <a:t>AI 自動生成與傳統開發差異分析(AI)</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31cdfcc3a6_0_81"/>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自動生成與傳統開發差異分析</a:t>
            </a:r>
            <a:endParaRPr sz="3200"/>
          </a:p>
        </p:txBody>
      </p:sp>
      <p:graphicFrame>
        <p:nvGraphicFramePr>
          <p:cNvPr id="119" name="Google Shape;119;g331cdfcc3a6_0_81"/>
          <p:cNvGraphicFramePr/>
          <p:nvPr/>
        </p:nvGraphicFramePr>
        <p:xfrm>
          <a:off x="952500" y="2240400"/>
          <a:ext cx="3000000" cy="3000000"/>
        </p:xfrm>
        <a:graphic>
          <a:graphicData uri="http://schemas.openxmlformats.org/drawingml/2006/table">
            <a:tbl>
              <a:tblPr>
                <a:noFill/>
                <a:tableStyleId>{A1AF689B-DA7C-409E-BADF-7E190646C23E}</a:tableStyleId>
              </a:tblPr>
              <a:tblGrid>
                <a:gridCol w="3429000"/>
                <a:gridCol w="3429000"/>
                <a:gridCol w="3429000"/>
              </a:tblGrid>
              <a:tr h="381000">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項目</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傳統開發</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AI 開發</a:t>
                      </a:r>
                      <a:endParaRPr sz="22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開發時間</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latin typeface="Nunito"/>
                          <a:ea typeface="Nunito"/>
                          <a:cs typeface="Nunito"/>
                          <a:sym typeface="Nunito"/>
                        </a:rPr>
                        <a:t>長</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latin typeface="Nunito"/>
                          <a:ea typeface="Nunito"/>
                          <a:cs typeface="Nunito"/>
                          <a:sym typeface="Nunito"/>
                        </a:rPr>
                        <a:t>短</a:t>
                      </a:r>
                      <a:endParaRPr sz="22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代碼品質</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2200">
                          <a:solidFill>
                            <a:schemeClr val="dk1"/>
                          </a:solidFill>
                          <a:latin typeface="Nunito"/>
                          <a:ea typeface="Nunito"/>
                          <a:cs typeface="Nunito"/>
                          <a:sym typeface="Nunito"/>
                        </a:rPr>
                        <a:t>中等</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latin typeface="Nunito"/>
                          <a:ea typeface="Nunito"/>
                          <a:cs typeface="Nunito"/>
                          <a:sym typeface="Nunito"/>
                        </a:rPr>
                        <a:t>高</a:t>
                      </a:r>
                      <a:endParaRPr sz="22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可擴展性</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2200">
                          <a:solidFill>
                            <a:schemeClr val="dk1"/>
                          </a:solidFill>
                          <a:latin typeface="Nunito"/>
                          <a:ea typeface="Nunito"/>
                          <a:cs typeface="Nunito"/>
                          <a:sym typeface="Nunito"/>
                        </a:rPr>
                        <a:t>高</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依工具而異</a:t>
                      </a:r>
                      <a:endParaRPr sz="22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技術要求</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2200">
                          <a:solidFill>
                            <a:schemeClr val="dk1"/>
                          </a:solidFill>
                          <a:latin typeface="Nunito"/>
                          <a:ea typeface="Nunito"/>
                          <a:cs typeface="Nunito"/>
                          <a:sym typeface="Nunito"/>
                        </a:rPr>
                        <a:t>高</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latin typeface="Nunito"/>
                          <a:ea typeface="Nunito"/>
                          <a:cs typeface="Nunito"/>
                          <a:sym typeface="Nunito"/>
                        </a:rPr>
                        <a:t>低</a:t>
                      </a:r>
                      <a:endParaRPr sz="2200">
                        <a:latin typeface="Nunito"/>
                        <a:ea typeface="Nunito"/>
                        <a:cs typeface="Nunito"/>
                        <a:sym typeface="Nunito"/>
                      </a:endParaRPr>
                    </a:p>
                  </a:txBody>
                  <a:tcPr marT="91425" marB="91425" marR="91425" marL="91425"/>
                </a:tc>
              </a:tr>
              <a:tr h="381000">
                <a:tc>
                  <a:txBody>
                    <a:bodyPr/>
                    <a:lstStyle/>
                    <a:p>
                      <a:pPr indent="0" lvl="0" marL="0" rtl="0" algn="l">
                        <a:spcBef>
                          <a:spcPts val="0"/>
                        </a:spcBef>
                        <a:spcAft>
                          <a:spcPts val="0"/>
                        </a:spcAft>
                        <a:buNone/>
                      </a:pPr>
                      <a:r>
                        <a:rPr lang="zh-TW" sz="2200">
                          <a:solidFill>
                            <a:srgbClr val="404040"/>
                          </a:solidFill>
                          <a:latin typeface="Nunito"/>
                          <a:ea typeface="Nunito"/>
                          <a:cs typeface="Nunito"/>
                          <a:sym typeface="Nunito"/>
                        </a:rPr>
                        <a:t>學習門檻</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zh-TW" sz="2200">
                          <a:solidFill>
                            <a:schemeClr val="dk1"/>
                          </a:solidFill>
                          <a:latin typeface="Nunito"/>
                          <a:ea typeface="Nunito"/>
                          <a:cs typeface="Nunito"/>
                          <a:sym typeface="Nunito"/>
                        </a:rPr>
                        <a:t>高</a:t>
                      </a:r>
                      <a:endParaRPr sz="2200">
                        <a:latin typeface="Nunito"/>
                        <a:ea typeface="Nunito"/>
                        <a:cs typeface="Nunito"/>
                        <a:sym typeface="Nunito"/>
                      </a:endParaRPr>
                    </a:p>
                  </a:txBody>
                  <a:tcPr marT="91425" marB="91425" marR="91425" marL="91425"/>
                </a:tc>
                <a:tc>
                  <a:txBody>
                    <a:bodyPr/>
                    <a:lstStyle/>
                    <a:p>
                      <a:pPr indent="0" lvl="0" marL="0" rtl="0" algn="l">
                        <a:spcBef>
                          <a:spcPts val="0"/>
                        </a:spcBef>
                        <a:spcAft>
                          <a:spcPts val="0"/>
                        </a:spcAft>
                        <a:buNone/>
                      </a:pPr>
                      <a:r>
                        <a:rPr lang="zh-TW" sz="2200">
                          <a:latin typeface="Nunito"/>
                          <a:ea typeface="Nunito"/>
                          <a:cs typeface="Nunito"/>
                          <a:sym typeface="Nunito"/>
                        </a:rPr>
                        <a:t>低</a:t>
                      </a:r>
                      <a:endParaRPr sz="2200">
                        <a:latin typeface="Nunito"/>
                        <a:ea typeface="Nunito"/>
                        <a:cs typeface="Nunito"/>
                        <a:sym typeface="Nunito"/>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0"/>
          <p:cNvSpPr txBox="1"/>
          <p:nvPr/>
        </p:nvSpPr>
        <p:spPr>
          <a:xfrm>
            <a:off x="0" y="2819903"/>
            <a:ext cx="12192000" cy="707886"/>
          </a:xfrm>
          <a:prstGeom prst="rect">
            <a:avLst/>
          </a:prstGeom>
          <a:noFill/>
          <a:ln>
            <a:noFill/>
          </a:ln>
        </p:spPr>
        <p:txBody>
          <a:bodyPr anchorCtr="1" anchor="ctr" bIns="45700" lIns="91425" spcFirstLastPara="1" rIns="91425" wrap="square" tIns="45700">
            <a:spAutoFit/>
          </a:bodyPr>
          <a:lstStyle/>
          <a:p>
            <a:pPr indent="0" lvl="0" marL="0" marR="0" rtl="0" algn="ctr">
              <a:spcBef>
                <a:spcPts val="0"/>
              </a:spcBef>
              <a:spcAft>
                <a:spcPts val="0"/>
              </a:spcAft>
              <a:buNone/>
            </a:pPr>
            <a:r>
              <a:rPr lang="zh-TW" sz="4000">
                <a:solidFill>
                  <a:schemeClr val="dk1"/>
                </a:solidFill>
                <a:latin typeface="Arial"/>
                <a:ea typeface="Arial"/>
                <a:cs typeface="Arial"/>
                <a:sym typeface="Arial"/>
              </a:rPr>
              <a:t>AI 如何協助開發流程</a:t>
            </a:r>
            <a:endParaRPr sz="40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1"/>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a:t>
            </a:r>
            <a:endParaRPr sz="3200"/>
          </a:p>
        </p:txBody>
      </p:sp>
      <p:sp>
        <p:nvSpPr>
          <p:cNvPr id="130" name="Google Shape;130;p11"/>
          <p:cNvSpPr/>
          <p:nvPr/>
        </p:nvSpPr>
        <p:spPr>
          <a:xfrm>
            <a:off x="5437100" y="2614100"/>
            <a:ext cx="1210200" cy="2707200"/>
          </a:xfrm>
          <a:prstGeom prst="rect">
            <a:avLst/>
          </a:prstGeom>
          <a:solidFill>
            <a:srgbClr val="1976D2"/>
          </a:solidFill>
          <a:ln cap="flat" cmpd="sng" w="9525">
            <a:solidFill>
              <a:srgbClr val="5EA3E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TW" sz="1800">
                <a:solidFill>
                  <a:schemeClr val="dk1"/>
                </a:solidFill>
                <a:latin typeface="Nunito"/>
                <a:ea typeface="Nunito"/>
                <a:cs typeface="Nunito"/>
                <a:sym typeface="Nunito"/>
              </a:rPr>
              <a:t>bolt.new</a:t>
            </a:r>
            <a:endParaRPr sz="1800">
              <a:solidFill>
                <a:schemeClr val="dk1"/>
              </a:solidFill>
              <a:latin typeface="Nunito"/>
              <a:ea typeface="Nunito"/>
              <a:cs typeface="Nunito"/>
              <a:sym typeface="Nunito"/>
            </a:endParaRPr>
          </a:p>
        </p:txBody>
      </p:sp>
      <p:sp>
        <p:nvSpPr>
          <p:cNvPr id="131" name="Google Shape;131;p11"/>
          <p:cNvSpPr/>
          <p:nvPr/>
        </p:nvSpPr>
        <p:spPr>
          <a:xfrm>
            <a:off x="3021050" y="2614025"/>
            <a:ext cx="1210200" cy="2707200"/>
          </a:xfrm>
          <a:prstGeom prst="rect">
            <a:avLst/>
          </a:prstGeom>
          <a:solidFill>
            <a:srgbClr val="1976D2"/>
          </a:solidFill>
          <a:ln cap="flat" cmpd="sng" w="9525">
            <a:solidFill>
              <a:srgbClr val="5EA3E0"/>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TW" sz="1800">
                <a:solidFill>
                  <a:schemeClr val="dk1"/>
                </a:solidFill>
                <a:latin typeface="Nunito"/>
                <a:ea typeface="Nunito"/>
                <a:cs typeface="Nunito"/>
                <a:sym typeface="Nunito"/>
              </a:rPr>
              <a:t>bolt.new</a:t>
            </a:r>
            <a:endParaRPr sz="1800">
              <a:solidFill>
                <a:schemeClr val="dk1"/>
              </a:solidFill>
              <a:latin typeface="Nunito"/>
              <a:ea typeface="Nunito"/>
              <a:cs typeface="Nunito"/>
              <a:sym typeface="Nunito"/>
            </a:endParaRPr>
          </a:p>
        </p:txBody>
      </p:sp>
      <p:sp>
        <p:nvSpPr>
          <p:cNvPr id="132" name="Google Shape;132;p11"/>
          <p:cNvSpPr/>
          <p:nvPr/>
        </p:nvSpPr>
        <p:spPr>
          <a:xfrm>
            <a:off x="3128650" y="2782651"/>
            <a:ext cx="1004100" cy="521400"/>
          </a:xfrm>
          <a:prstGeom prst="rect">
            <a:avLst/>
          </a:prstGeom>
          <a:gradFill>
            <a:gsLst>
              <a:gs pos="0">
                <a:srgbClr val="DCECD5"/>
              </a:gs>
              <a:gs pos="100000">
                <a:srgbClr val="92BC81"/>
              </a:gs>
            </a:gsLst>
            <a:lin ang="5400012" scaled="0"/>
          </a:gradFill>
          <a:ln cap="flat" cmpd="sng" w="9525">
            <a:solidFill>
              <a:srgbClr val="5EA3E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TW">
                <a:solidFill>
                  <a:schemeClr val="dk1"/>
                </a:solidFill>
                <a:latin typeface="Nunito"/>
                <a:ea typeface="Nunito"/>
                <a:cs typeface="Nunito"/>
                <a:sym typeface="Nunito"/>
              </a:rPr>
              <a:t>Prompt</a:t>
            </a:r>
            <a:endParaRPr>
              <a:solidFill>
                <a:schemeClr val="dk1"/>
              </a:solidFill>
              <a:latin typeface="Nunito"/>
              <a:ea typeface="Nunito"/>
              <a:cs typeface="Nunito"/>
              <a:sym typeface="Nunito"/>
            </a:endParaRPr>
          </a:p>
        </p:txBody>
      </p:sp>
      <p:sp>
        <p:nvSpPr>
          <p:cNvPr id="133" name="Google Shape;133;p11"/>
          <p:cNvSpPr/>
          <p:nvPr/>
        </p:nvSpPr>
        <p:spPr>
          <a:xfrm>
            <a:off x="3128650" y="3733486"/>
            <a:ext cx="1004100" cy="468600"/>
          </a:xfrm>
          <a:prstGeom prst="rect">
            <a:avLst/>
          </a:prstGeom>
          <a:gradFill>
            <a:gsLst>
              <a:gs pos="0">
                <a:srgbClr val="DCECD5"/>
              </a:gs>
              <a:gs pos="100000">
                <a:srgbClr val="92BC81"/>
              </a:gs>
            </a:gsLst>
            <a:lin ang="5400012" scaled="0"/>
          </a:gradFill>
          <a:ln cap="flat" cmpd="sng" w="9525">
            <a:solidFill>
              <a:srgbClr val="5EA3E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zh-TW">
                <a:solidFill>
                  <a:schemeClr val="dk1"/>
                </a:solidFill>
                <a:latin typeface="Nunito"/>
                <a:ea typeface="Nunito"/>
                <a:cs typeface="Nunito"/>
                <a:sym typeface="Nunito"/>
              </a:rPr>
              <a:t>Pictures</a:t>
            </a:r>
            <a:endParaRPr>
              <a:solidFill>
                <a:schemeClr val="dk1"/>
              </a:solidFill>
              <a:latin typeface="Nunito"/>
              <a:ea typeface="Nunito"/>
              <a:cs typeface="Nunito"/>
              <a:sym typeface="Nunito"/>
            </a:endParaRPr>
          </a:p>
        </p:txBody>
      </p:sp>
      <p:sp>
        <p:nvSpPr>
          <p:cNvPr id="134" name="Google Shape;134;p11"/>
          <p:cNvSpPr/>
          <p:nvPr/>
        </p:nvSpPr>
        <p:spPr>
          <a:xfrm>
            <a:off x="3128650" y="4631501"/>
            <a:ext cx="1004100" cy="468600"/>
          </a:xfrm>
          <a:prstGeom prst="rect">
            <a:avLst/>
          </a:prstGeom>
          <a:gradFill>
            <a:gsLst>
              <a:gs pos="0">
                <a:srgbClr val="DCECD5"/>
              </a:gs>
              <a:gs pos="100000">
                <a:srgbClr val="92BC81"/>
              </a:gs>
            </a:gsLst>
            <a:lin ang="5400012" scaled="0"/>
          </a:gradFill>
          <a:ln cap="flat" cmpd="sng" w="9525">
            <a:solidFill>
              <a:srgbClr val="5EA3E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zh-TW">
                <a:solidFill>
                  <a:schemeClr val="dk1"/>
                </a:solidFill>
                <a:latin typeface="Nunito"/>
                <a:ea typeface="Nunito"/>
                <a:cs typeface="Nunito"/>
                <a:sym typeface="Nunito"/>
              </a:rPr>
              <a:t>Files</a:t>
            </a:r>
            <a:endParaRPr>
              <a:solidFill>
                <a:schemeClr val="dk1"/>
              </a:solidFill>
              <a:latin typeface="Nunito"/>
              <a:ea typeface="Nunito"/>
              <a:cs typeface="Nunito"/>
              <a:sym typeface="Nunito"/>
            </a:endParaRPr>
          </a:p>
        </p:txBody>
      </p:sp>
      <p:sp>
        <p:nvSpPr>
          <p:cNvPr id="135" name="Google Shape;135;p11"/>
          <p:cNvSpPr/>
          <p:nvPr/>
        </p:nvSpPr>
        <p:spPr>
          <a:xfrm>
            <a:off x="4383741" y="3893368"/>
            <a:ext cx="1004100" cy="197100"/>
          </a:xfrm>
          <a:prstGeom prst="rightArrow">
            <a:avLst>
              <a:gd fmla="val 50000" name="adj1"/>
              <a:gd fmla="val 50000" name="adj2"/>
            </a:avLst>
          </a:prstGeom>
          <a:gradFill>
            <a:gsLst>
              <a:gs pos="0">
                <a:srgbClr val="C8C8C8"/>
              </a:gs>
              <a:gs pos="100000">
                <a:srgbClr val="878787"/>
              </a:gs>
            </a:gsLst>
            <a:lin ang="5400012" scaled="0"/>
          </a:gradFill>
          <a:ln cap="flat" cmpd="sng" w="9525">
            <a:solidFill>
              <a:srgbClr val="9E9E9E"/>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unito"/>
              <a:ea typeface="Nunito"/>
              <a:cs typeface="Nunito"/>
              <a:sym typeface="Nunito"/>
            </a:endParaRPr>
          </a:p>
        </p:txBody>
      </p:sp>
      <p:sp>
        <p:nvSpPr>
          <p:cNvPr id="136" name="Google Shape;136;p11"/>
          <p:cNvSpPr txBox="1"/>
          <p:nvPr/>
        </p:nvSpPr>
        <p:spPr>
          <a:xfrm>
            <a:off x="3295476" y="1588250"/>
            <a:ext cx="771000" cy="369300"/>
          </a:xfrm>
          <a:prstGeom prst="rect">
            <a:avLst/>
          </a:prstGeom>
          <a:solidFill>
            <a:srgbClr val="A5D6A7"/>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TW" sz="1800">
                <a:solidFill>
                  <a:schemeClr val="dk1"/>
                </a:solidFill>
                <a:latin typeface="Nunito"/>
                <a:ea typeface="Nunito"/>
                <a:cs typeface="Nunito"/>
                <a:sym typeface="Nunito"/>
              </a:rPr>
              <a:t>Input</a:t>
            </a:r>
            <a:endParaRPr sz="1800">
              <a:solidFill>
                <a:schemeClr val="dk1"/>
              </a:solidFill>
              <a:latin typeface="Nunito"/>
              <a:ea typeface="Nunito"/>
              <a:cs typeface="Nunito"/>
              <a:sym typeface="Nunito"/>
            </a:endParaRPr>
          </a:p>
        </p:txBody>
      </p:sp>
      <p:sp>
        <p:nvSpPr>
          <p:cNvPr id="137" name="Google Shape;137;p11"/>
          <p:cNvSpPr/>
          <p:nvPr/>
        </p:nvSpPr>
        <p:spPr>
          <a:xfrm>
            <a:off x="6705601" y="3893368"/>
            <a:ext cx="1004047" cy="197224"/>
          </a:xfrm>
          <a:prstGeom prst="rightArrow">
            <a:avLst>
              <a:gd fmla="val 50000" name="adj1"/>
              <a:gd fmla="val 50000" name="adj2"/>
            </a:avLst>
          </a:prstGeom>
          <a:gradFill>
            <a:gsLst>
              <a:gs pos="0">
                <a:srgbClr val="C8C8C8"/>
              </a:gs>
              <a:gs pos="100000">
                <a:srgbClr val="878787"/>
              </a:gs>
            </a:gsLst>
            <a:lin ang="5400012" scaled="0"/>
          </a:gradFill>
          <a:ln cap="flat" cmpd="sng" w="9525">
            <a:solidFill>
              <a:srgbClr val="9E9E9E"/>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unito"/>
              <a:ea typeface="Nunito"/>
              <a:cs typeface="Nunito"/>
              <a:sym typeface="Nunito"/>
            </a:endParaRPr>
          </a:p>
        </p:txBody>
      </p:sp>
      <p:sp>
        <p:nvSpPr>
          <p:cNvPr id="138" name="Google Shape;138;p11"/>
          <p:cNvSpPr/>
          <p:nvPr/>
        </p:nvSpPr>
        <p:spPr>
          <a:xfrm>
            <a:off x="7853094" y="2638309"/>
            <a:ext cx="1084730" cy="2707341"/>
          </a:xfrm>
          <a:prstGeom prst="rect">
            <a:avLst/>
          </a:prstGeom>
          <a:gradFill>
            <a:gsLst>
              <a:gs pos="0">
                <a:srgbClr val="DBD4EB"/>
              </a:gs>
              <a:gs pos="100000">
                <a:srgbClr val="9080BB"/>
              </a:gs>
            </a:gsLst>
            <a:lin ang="5400012" scaled="0"/>
          </a:gradFill>
          <a:ln cap="flat" cmpd="sng" w="9525">
            <a:solidFill>
              <a:srgbClr val="B4A7D6"/>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TW" sz="1800">
                <a:solidFill>
                  <a:schemeClr val="dk1"/>
                </a:solidFill>
                <a:latin typeface="Nunito"/>
                <a:ea typeface="Nunito"/>
                <a:cs typeface="Nunito"/>
                <a:sym typeface="Nunito"/>
              </a:rPr>
              <a:t>WebGUI</a:t>
            </a:r>
            <a:endParaRPr sz="1800">
              <a:solidFill>
                <a:schemeClr val="dk1"/>
              </a:solidFill>
              <a:latin typeface="Nunito"/>
              <a:ea typeface="Nunito"/>
              <a:cs typeface="Nunito"/>
              <a:sym typeface="Nunito"/>
            </a:endParaRPr>
          </a:p>
        </p:txBody>
      </p:sp>
      <p:sp>
        <p:nvSpPr>
          <p:cNvPr id="139" name="Google Shape;139;p11"/>
          <p:cNvSpPr txBox="1"/>
          <p:nvPr/>
        </p:nvSpPr>
        <p:spPr>
          <a:xfrm>
            <a:off x="7904962" y="1563200"/>
            <a:ext cx="981000" cy="369300"/>
          </a:xfrm>
          <a:prstGeom prst="rect">
            <a:avLst/>
          </a:prstGeom>
          <a:solidFill>
            <a:srgbClr val="CE93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zh-TW" sz="1800">
                <a:solidFill>
                  <a:schemeClr val="dk1"/>
                </a:solidFill>
                <a:latin typeface="Nunito"/>
                <a:ea typeface="Nunito"/>
                <a:cs typeface="Nunito"/>
                <a:sym typeface="Nunito"/>
              </a:rPr>
              <a:t>Output</a:t>
            </a:r>
            <a:endParaRPr sz="1800">
              <a:solidFill>
                <a:schemeClr val="dk1"/>
              </a:solidFill>
              <a:latin typeface="Nunito"/>
              <a:ea typeface="Nunito"/>
              <a:cs typeface="Nunito"/>
              <a:sym typeface="Nunito"/>
            </a:endParaRPr>
          </a:p>
        </p:txBody>
      </p:sp>
      <p:sp>
        <p:nvSpPr>
          <p:cNvPr id="140" name="Google Shape;140;p11"/>
          <p:cNvSpPr/>
          <p:nvPr/>
        </p:nvSpPr>
        <p:spPr>
          <a:xfrm>
            <a:off x="5504334" y="1478911"/>
            <a:ext cx="1102659" cy="537883"/>
          </a:xfrm>
          <a:prstGeom prst="rect">
            <a:avLst/>
          </a:prstGeom>
          <a:solidFill>
            <a:srgbClr val="FFA726"/>
          </a:solidFill>
          <a:ln cap="flat" cmpd="sng" w="9525">
            <a:solidFill>
              <a:schemeClr val="accent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zh-TW" sz="1800">
                <a:solidFill>
                  <a:schemeClr val="dk1"/>
                </a:solidFill>
                <a:latin typeface="Nunito"/>
                <a:ea typeface="Nunito"/>
                <a:cs typeface="Nunito"/>
                <a:sym typeface="Nunito"/>
              </a:rPr>
              <a:t>SDK</a:t>
            </a:r>
            <a:endParaRPr sz="1800">
              <a:solidFill>
                <a:schemeClr val="dk1"/>
              </a:solidFill>
              <a:latin typeface="Nunito"/>
              <a:ea typeface="Nunito"/>
              <a:cs typeface="Nunito"/>
              <a:sym typeface="Nunito"/>
            </a:endParaRPr>
          </a:p>
        </p:txBody>
      </p:sp>
      <p:sp>
        <p:nvSpPr>
          <p:cNvPr id="141" name="Google Shape;141;p11"/>
          <p:cNvSpPr/>
          <p:nvPr/>
        </p:nvSpPr>
        <p:spPr>
          <a:xfrm>
            <a:off x="5952608" y="2122043"/>
            <a:ext cx="206112" cy="314296"/>
          </a:xfrm>
          <a:prstGeom prst="downArrow">
            <a:avLst>
              <a:gd fmla="val 50000" name="adj1"/>
              <a:gd fmla="val 50000" name="adj2"/>
            </a:avLst>
          </a:prstGeom>
          <a:gradFill>
            <a:gsLst>
              <a:gs pos="0">
                <a:srgbClr val="C8C8C8"/>
              </a:gs>
              <a:gs pos="100000">
                <a:srgbClr val="878787"/>
              </a:gs>
            </a:gsLst>
            <a:lin ang="5400012" scaled="0"/>
          </a:gradFill>
          <a:ln cap="flat" cmpd="sng" w="9525">
            <a:solidFill>
              <a:srgbClr val="9E9E9E"/>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a:t>
            </a:r>
            <a:endParaRPr sz="3200"/>
          </a:p>
        </p:txBody>
      </p:sp>
      <p:pic>
        <p:nvPicPr>
          <p:cNvPr id="147" name="Google Shape;147;p15"/>
          <p:cNvPicPr preferRelativeResize="0"/>
          <p:nvPr/>
        </p:nvPicPr>
        <p:blipFill rotWithShape="1">
          <a:blip r:embed="rId3">
            <a:alphaModFix/>
          </a:blip>
          <a:srcRect b="0" l="0" r="0" t="0"/>
          <a:stretch/>
        </p:blipFill>
        <p:spPr>
          <a:xfrm>
            <a:off x="1066023" y="1224513"/>
            <a:ext cx="10059804" cy="4940831"/>
          </a:xfrm>
          <a:prstGeom prst="rect">
            <a:avLst/>
          </a:prstGeom>
          <a:noFill/>
          <a:ln>
            <a:solidFill>
              <a:srgbClr val="616161"/>
            </a:solid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378b591f97_0_0"/>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sz="3200">
                <a:solidFill>
                  <a:schemeClr val="lt1"/>
                </a:solidFill>
              </a:rPr>
              <a:t>AI 如何協助開發流程 - </a:t>
            </a:r>
            <a:r>
              <a:rPr lang="zh-TW"/>
              <a:t>基礎功能介紹</a:t>
            </a:r>
            <a:endParaRPr/>
          </a:p>
        </p:txBody>
      </p:sp>
      <p:pic>
        <p:nvPicPr>
          <p:cNvPr id="154" name="Google Shape;154;g3378b591f97_0_0"/>
          <p:cNvPicPr preferRelativeResize="0"/>
          <p:nvPr/>
        </p:nvPicPr>
        <p:blipFill>
          <a:blip r:embed="rId3">
            <a:alphaModFix/>
          </a:blip>
          <a:stretch>
            <a:fillRect/>
          </a:stretch>
        </p:blipFill>
        <p:spPr>
          <a:xfrm>
            <a:off x="6966100" y="1224000"/>
            <a:ext cx="4600225" cy="3672100"/>
          </a:xfrm>
          <a:prstGeom prst="rect">
            <a:avLst/>
          </a:prstGeom>
          <a:noFill/>
          <a:ln>
            <a:solidFill>
              <a:srgbClr val="616161"/>
            </a:solidFill>
          </a:ln>
        </p:spPr>
      </p:pic>
      <p:sp>
        <p:nvSpPr>
          <p:cNvPr id="155" name="Google Shape;155;g3378b591f97_0_0"/>
          <p:cNvSpPr txBox="1"/>
          <p:nvPr/>
        </p:nvSpPr>
        <p:spPr>
          <a:xfrm>
            <a:off x="548675" y="1156675"/>
            <a:ext cx="6105900" cy="17424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20000"/>
              </a:lnSpc>
              <a:spcBef>
                <a:spcPts val="0"/>
              </a:spcBef>
              <a:spcAft>
                <a:spcPts val="0"/>
              </a:spcAft>
              <a:buClr>
                <a:schemeClr val="dk1"/>
              </a:buClr>
              <a:buSzPts val="2200"/>
              <a:buFont typeface="Nunito"/>
              <a:buChar char="•"/>
            </a:pPr>
            <a:r>
              <a:rPr lang="zh-TW" sz="2200">
                <a:solidFill>
                  <a:schemeClr val="dk1"/>
                </a:solidFill>
                <a:latin typeface="Nunito"/>
                <a:ea typeface="Nunito"/>
                <a:cs typeface="Nunito"/>
                <a:sym typeface="Nunito"/>
              </a:rPr>
              <a:t>Token: 用於處理輸入，根據輸入類型消耗資源。</a:t>
            </a:r>
            <a:endParaRPr sz="2200">
              <a:solidFill>
                <a:schemeClr val="dk1"/>
              </a:solidFill>
              <a:latin typeface="Nunito"/>
              <a:ea typeface="Nunito"/>
              <a:cs typeface="Nunito"/>
              <a:sym typeface="Nunito"/>
            </a:endParaRPr>
          </a:p>
          <a:p>
            <a:pPr indent="-368300" lvl="0" marL="457200" marR="0" rtl="0" algn="l">
              <a:lnSpc>
                <a:spcPct val="120000"/>
              </a:lnSpc>
              <a:spcBef>
                <a:spcPts val="0"/>
              </a:spcBef>
              <a:spcAft>
                <a:spcPts val="0"/>
              </a:spcAft>
              <a:buClr>
                <a:schemeClr val="dk1"/>
              </a:buClr>
              <a:buSzPts val="2200"/>
              <a:buFont typeface="Nunito"/>
              <a:buChar char="•"/>
            </a:pPr>
            <a:r>
              <a:rPr lang="zh-TW" sz="2200">
                <a:solidFill>
                  <a:schemeClr val="dk1"/>
                </a:solidFill>
                <a:latin typeface="Nunito"/>
                <a:ea typeface="Nunito"/>
                <a:cs typeface="Nunito"/>
                <a:sym typeface="Nunito"/>
              </a:rPr>
              <a:t>Input Types:</a:t>
            </a:r>
            <a:endParaRPr sz="2200">
              <a:solidFill>
                <a:schemeClr val="dk1"/>
              </a:solidFill>
              <a:latin typeface="Nunito"/>
              <a:ea typeface="Nunito"/>
              <a:cs typeface="Nunito"/>
              <a:sym typeface="Nunito"/>
            </a:endParaRPr>
          </a:p>
          <a:p>
            <a:pPr indent="-368300" lvl="1" marL="914400" marR="0" rtl="0" algn="l">
              <a:lnSpc>
                <a:spcPct val="120000"/>
              </a:lnSpc>
              <a:spcBef>
                <a:spcPts val="0"/>
              </a:spcBef>
              <a:spcAft>
                <a:spcPts val="0"/>
              </a:spcAft>
              <a:buClr>
                <a:schemeClr val="dk1"/>
              </a:buClr>
              <a:buSzPts val="2200"/>
              <a:buFont typeface="Nunito"/>
              <a:buChar char="–"/>
            </a:pPr>
            <a:r>
              <a:rPr lang="zh-TW" sz="2200">
                <a:solidFill>
                  <a:schemeClr val="dk1"/>
                </a:solidFill>
                <a:latin typeface="Nunito"/>
                <a:ea typeface="Nunito"/>
                <a:cs typeface="Nunito"/>
                <a:sym typeface="Nunito"/>
              </a:rPr>
              <a:t>Prompt/Picture/Other files</a:t>
            </a:r>
            <a:endParaRPr sz="2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idx="1" type="body"/>
          </p:nvPr>
        </p:nvSpPr>
        <p:spPr>
          <a:xfrm>
            <a:off x="527375" y="1124750"/>
            <a:ext cx="5198100" cy="5337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zh-TW"/>
              <a:t>Token</a:t>
            </a:r>
            <a:endParaRPr/>
          </a:p>
          <a:p>
            <a:pPr indent="-342900" lvl="1" marL="914400" rtl="0" algn="l">
              <a:spcBef>
                <a:spcPts val="0"/>
              </a:spcBef>
              <a:spcAft>
                <a:spcPts val="0"/>
              </a:spcAft>
              <a:buSzPts val="1800"/>
              <a:buChar char="–"/>
            </a:pPr>
            <a:r>
              <a:rPr lang="zh-TW" sz="1800"/>
              <a:t>Token 消耗依據：根據輸入的內容和複雜度決定消耗量，處理量越大消耗越多。</a:t>
            </a:r>
            <a:endParaRPr sz="1800"/>
          </a:p>
          <a:p>
            <a:pPr indent="-342900" lvl="1" marL="914400" rtl="0" algn="l">
              <a:spcBef>
                <a:spcPts val="0"/>
              </a:spcBef>
              <a:spcAft>
                <a:spcPts val="0"/>
              </a:spcAft>
              <a:buSzPts val="1800"/>
              <a:buChar char="–"/>
            </a:pPr>
            <a:r>
              <a:rPr lang="zh-TW" sz="1800"/>
              <a:t>免費配額：</a:t>
            </a:r>
            <a:endParaRPr sz="1800"/>
          </a:p>
          <a:p>
            <a:pPr indent="-342900" lvl="2" marL="1371600" rtl="0" algn="l">
              <a:spcBef>
                <a:spcPts val="0"/>
              </a:spcBef>
              <a:spcAft>
                <a:spcPts val="0"/>
              </a:spcAft>
              <a:buSzPts val="1800"/>
              <a:buChar char="•"/>
            </a:pPr>
            <a:r>
              <a:rPr lang="zh-TW" sz="1800"/>
              <a:t>每日：150K tokens</a:t>
            </a:r>
            <a:endParaRPr sz="1800"/>
          </a:p>
          <a:p>
            <a:pPr indent="-342900" lvl="2" marL="1371600" rtl="0" algn="l">
              <a:spcBef>
                <a:spcPts val="0"/>
              </a:spcBef>
              <a:spcAft>
                <a:spcPts val="0"/>
              </a:spcAft>
              <a:buSzPts val="1800"/>
              <a:buChar char="•"/>
            </a:pPr>
            <a:r>
              <a:rPr lang="zh-TW" sz="1800"/>
              <a:t>每月：1M tokens</a:t>
            </a:r>
            <a:endParaRPr sz="1800"/>
          </a:p>
          <a:p>
            <a:pPr indent="-342900" lvl="1" marL="914400" rtl="0" algn="l">
              <a:spcBef>
                <a:spcPts val="0"/>
              </a:spcBef>
              <a:spcAft>
                <a:spcPts val="0"/>
              </a:spcAft>
              <a:buSzPts val="1800"/>
              <a:buChar char="–"/>
            </a:pPr>
            <a:r>
              <a:rPr lang="zh-TW" sz="1800"/>
              <a:t>實際範例：</a:t>
            </a:r>
            <a:endParaRPr sz="1800"/>
          </a:p>
          <a:p>
            <a:pPr indent="-342900" lvl="2" marL="1371600" rtl="0" algn="l">
              <a:spcBef>
                <a:spcPts val="0"/>
              </a:spcBef>
              <a:spcAft>
                <a:spcPts val="0"/>
              </a:spcAft>
              <a:buSzPts val="1800"/>
              <a:buChar char="•"/>
            </a:pPr>
            <a:r>
              <a:rPr lang="zh-TW" sz="1800"/>
              <a:t>前期平均單次</a:t>
            </a:r>
            <a:r>
              <a:rPr lang="zh-TW" sz="1800"/>
              <a:t>輸入</a:t>
            </a:r>
            <a:r>
              <a:rPr lang="zh-TW" sz="1800"/>
              <a:t>大約消耗 30K tokens，相當於每日可進行約 5 次操作。</a:t>
            </a:r>
            <a:endParaRPr sz="1800"/>
          </a:p>
        </p:txBody>
      </p:sp>
      <p:sp>
        <p:nvSpPr>
          <p:cNvPr id="161" name="Google Shape;161;p12"/>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 </a:t>
            </a:r>
            <a:r>
              <a:rPr lang="zh-TW" sz="3200"/>
              <a:t>- Token</a:t>
            </a:r>
            <a:endParaRPr sz="3200"/>
          </a:p>
        </p:txBody>
      </p:sp>
      <p:pic>
        <p:nvPicPr>
          <p:cNvPr id="162" name="Google Shape;162;p12"/>
          <p:cNvPicPr preferRelativeResize="0"/>
          <p:nvPr/>
        </p:nvPicPr>
        <p:blipFill>
          <a:blip r:embed="rId3">
            <a:alphaModFix/>
          </a:blip>
          <a:stretch>
            <a:fillRect/>
          </a:stretch>
        </p:blipFill>
        <p:spPr>
          <a:xfrm>
            <a:off x="6099075" y="1467601"/>
            <a:ext cx="5664975" cy="4262675"/>
          </a:xfrm>
          <a:prstGeom prst="rect">
            <a:avLst/>
          </a:prstGeom>
          <a:noFill/>
          <a:ln>
            <a:solidFill>
              <a:srgbClr val="616161"/>
            </a:solid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39bd4201d8_1_16"/>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Prompt</a:t>
            </a:r>
            <a:endParaRPr/>
          </a:p>
          <a:p>
            <a:pPr indent="-342900" lvl="1" marL="914400" rtl="0" algn="l">
              <a:lnSpc>
                <a:spcPct val="120000"/>
              </a:lnSpc>
              <a:spcBef>
                <a:spcPts val="0"/>
              </a:spcBef>
              <a:spcAft>
                <a:spcPts val="0"/>
              </a:spcAft>
              <a:buSzPts val="1800"/>
              <a:buChar char="–"/>
            </a:pPr>
            <a:r>
              <a:rPr lang="zh-TW" sz="1800"/>
              <a:t>API URL: 提供API路徑資訊 (例如 GET : </a:t>
            </a:r>
            <a:r>
              <a:rPr lang="zh-TW" sz="1800">
                <a:highlight>
                  <a:srgbClr val="D9D9D9"/>
                </a:highlight>
              </a:rPr>
              <a:t>/API/info?list=SshServer </a:t>
            </a:r>
            <a:r>
              <a:rPr lang="zh-TW" sz="1800"/>
              <a:t>、 POST : </a:t>
            </a:r>
            <a:r>
              <a:rPr lang="zh-TW" sz="1800">
                <a:highlight>
                  <a:srgbClr val="D9D9D9"/>
                </a:highlight>
              </a:rPr>
              <a:t>/API/info?list=SshServer</a:t>
            </a:r>
            <a:r>
              <a:rPr lang="zh-TW" sz="1800"/>
              <a:t>)</a:t>
            </a:r>
            <a:endParaRPr sz="1800"/>
          </a:p>
          <a:p>
            <a:pPr indent="-342900" lvl="1" marL="914400" rtl="0" algn="l">
              <a:lnSpc>
                <a:spcPct val="120000"/>
              </a:lnSpc>
              <a:spcBef>
                <a:spcPts val="0"/>
              </a:spcBef>
              <a:spcAft>
                <a:spcPts val="0"/>
              </a:spcAft>
              <a:buSzPts val="1800"/>
              <a:buChar char="–"/>
            </a:pPr>
            <a:r>
              <a:rPr lang="zh-TW" sz="1800"/>
              <a:t>API 詳細設定：設定條件（如：當 DiagnosticsState 為 None，隱藏 Results）</a:t>
            </a:r>
            <a:endParaRPr sz="1800"/>
          </a:p>
          <a:p>
            <a:pPr indent="-342900" lvl="1" marL="914400" rtl="0" algn="l">
              <a:lnSpc>
                <a:spcPct val="120000"/>
              </a:lnSpc>
              <a:spcBef>
                <a:spcPts val="0"/>
              </a:spcBef>
              <a:spcAft>
                <a:spcPts val="0"/>
              </a:spcAft>
              <a:buSzPts val="1800"/>
              <a:buChar char="–"/>
            </a:pPr>
            <a:r>
              <a:rPr lang="zh-TW" sz="1800"/>
              <a:t>樣式定義：設定視覺樣式（如：功能表位於左側）</a:t>
            </a:r>
            <a:endParaRPr sz="1800"/>
          </a:p>
          <a:p>
            <a:pPr indent="-342900" lvl="1" marL="914400" rtl="0" algn="l">
              <a:lnSpc>
                <a:spcPct val="120000"/>
              </a:lnSpc>
              <a:spcBef>
                <a:spcPts val="0"/>
              </a:spcBef>
              <a:spcAft>
                <a:spcPts val="0"/>
              </a:spcAft>
              <a:buSzPts val="1800"/>
              <a:buChar char="–"/>
            </a:pPr>
            <a:r>
              <a:rPr lang="zh-TW" sz="1800"/>
              <a:t>程式碼修改：提供詳細的程式碼修改指示。</a:t>
            </a:r>
            <a:endParaRPr sz="1800"/>
          </a:p>
          <a:p>
            <a:pPr indent="-342900" lvl="2" marL="1371600" rtl="0" algn="l">
              <a:spcBef>
                <a:spcPts val="0"/>
              </a:spcBef>
              <a:spcAft>
                <a:spcPts val="0"/>
              </a:spcAft>
              <a:buSzPts val="1800"/>
              <a:buChar char="•"/>
            </a:pPr>
            <a:r>
              <a:rPr lang="zh-TW" sz="1800"/>
              <a:t>例如:「請修改程式碼以 [描述變更內容]，並確保輸出的程式碼完整，未變更的部分請保留，避免遺漏未修改的區塊。」</a:t>
            </a:r>
            <a:endParaRPr sz="1800"/>
          </a:p>
          <a:p>
            <a:pPr indent="-342900" lvl="1" marL="914400" rtl="0" algn="l">
              <a:spcBef>
                <a:spcPts val="0"/>
              </a:spcBef>
              <a:spcAft>
                <a:spcPts val="0"/>
              </a:spcAft>
              <a:buSzPts val="1800"/>
              <a:buChar char="–"/>
            </a:pPr>
            <a:r>
              <a:rPr lang="zh-TW" sz="1800"/>
              <a:t>多語系支援 ：啟用多語系功能，支援以下語言：</a:t>
            </a:r>
            <a:endParaRPr sz="1800"/>
          </a:p>
          <a:p>
            <a:pPr indent="-342900" lvl="2" marL="1371600" rtl="0" algn="l">
              <a:spcBef>
                <a:spcPts val="0"/>
              </a:spcBef>
              <a:spcAft>
                <a:spcPts val="0"/>
              </a:spcAft>
              <a:buSzPts val="1800"/>
              <a:buChar char="•"/>
            </a:pPr>
            <a:r>
              <a:rPr lang="zh-TW" sz="1800"/>
              <a:t>英文（en）、日文（ja）、法文（fr）、簡體中文（zh-CN）、繁體中文（zh-TW）、韓文（ko）、德文（de）</a:t>
            </a:r>
            <a:endParaRPr sz="1800"/>
          </a:p>
          <a:p>
            <a:pPr indent="-342900" lvl="1" marL="914400" rtl="0" algn="l">
              <a:lnSpc>
                <a:spcPct val="120000"/>
              </a:lnSpc>
              <a:spcBef>
                <a:spcPts val="0"/>
              </a:spcBef>
              <a:spcAft>
                <a:spcPts val="0"/>
              </a:spcAft>
              <a:buSzPts val="1800"/>
              <a:buChar char="–"/>
            </a:pPr>
            <a:r>
              <a:rPr lang="zh-TW" sz="1800"/>
              <a:t>外部 API 整合：支援來自其他網站的 API（如 21st.dev）。</a:t>
            </a:r>
            <a:endParaRPr sz="1800"/>
          </a:p>
          <a:p>
            <a:pPr indent="-342900" lvl="1" marL="914400" rtl="0" algn="l">
              <a:lnSpc>
                <a:spcPct val="120000"/>
              </a:lnSpc>
              <a:spcBef>
                <a:spcPts val="0"/>
              </a:spcBef>
              <a:spcAft>
                <a:spcPts val="0"/>
              </a:spcAft>
              <a:buClr>
                <a:srgbClr val="FF0000"/>
              </a:buClr>
              <a:buSzPts val="1800"/>
              <a:buChar char="–"/>
            </a:pPr>
            <a:r>
              <a:rPr lang="zh-TW" sz="1800">
                <a:solidFill>
                  <a:srgbClr val="FF0000"/>
                </a:solidFill>
              </a:rPr>
              <a:t>Instead of just providing the updated code snippets here, please apply the changes directly to the relevant files in the project. This will save time and ensure consistency across the codebase.</a:t>
            </a:r>
            <a:endParaRPr sz="1800">
              <a:solidFill>
                <a:srgbClr val="FF0000"/>
              </a:solidFill>
            </a:endParaRPr>
          </a:p>
          <a:p>
            <a:pPr indent="-228600" lvl="0" marL="457200" marR="0" rtl="0" algn="l">
              <a:lnSpc>
                <a:spcPct val="120000"/>
              </a:lnSpc>
              <a:spcBef>
                <a:spcPts val="0"/>
              </a:spcBef>
              <a:spcAft>
                <a:spcPts val="0"/>
              </a:spcAft>
              <a:buClr>
                <a:schemeClr val="dk1"/>
              </a:buClr>
              <a:buSzPts val="2200"/>
              <a:buFont typeface="Nunito"/>
              <a:buNone/>
            </a:pPr>
            <a:r>
              <a:t/>
            </a:r>
            <a:endParaRPr/>
          </a:p>
        </p:txBody>
      </p:sp>
      <p:sp>
        <p:nvSpPr>
          <p:cNvPr id="168" name="Google Shape;168;g339bd4201d8_1_16"/>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 - 輸入類型與處理</a:t>
            </a:r>
            <a:endParaRPr sz="3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3"/>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Picture</a:t>
            </a:r>
            <a:endParaRPr/>
          </a:p>
          <a:p>
            <a:pPr indent="-368300" lvl="1" marL="914400" rtl="0" algn="l">
              <a:lnSpc>
                <a:spcPct val="120000"/>
              </a:lnSpc>
              <a:spcBef>
                <a:spcPts val="0"/>
              </a:spcBef>
              <a:spcAft>
                <a:spcPts val="0"/>
              </a:spcAft>
              <a:buSzPts val="2200"/>
              <a:buChar char="–"/>
            </a:pPr>
            <a:r>
              <a:rPr lang="zh-TW"/>
              <a:t>版面配置：使用設計師提供的配置。</a:t>
            </a:r>
            <a:endParaRPr/>
          </a:p>
          <a:p>
            <a:pPr indent="-368300" lvl="1" marL="914400" rtl="0" algn="l">
              <a:lnSpc>
                <a:spcPct val="120000"/>
              </a:lnSpc>
              <a:spcBef>
                <a:spcPts val="0"/>
              </a:spcBef>
              <a:spcAft>
                <a:spcPts val="0"/>
              </a:spcAft>
              <a:buSzPts val="2200"/>
              <a:buChar char="–"/>
            </a:pPr>
            <a:r>
              <a:rPr lang="zh-TW"/>
              <a:t>頁面設計：包括每個頁面的視覺設計。</a:t>
            </a:r>
            <a:endParaRPr/>
          </a:p>
        </p:txBody>
      </p:sp>
      <p:sp>
        <p:nvSpPr>
          <p:cNvPr id="174" name="Google Shape;174;p13"/>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 - </a:t>
            </a:r>
            <a:r>
              <a:rPr lang="zh-TW" sz="3200"/>
              <a:t>輸入類型與處理</a:t>
            </a:r>
            <a:endParaRPr sz="3200"/>
          </a:p>
        </p:txBody>
      </p:sp>
      <p:pic>
        <p:nvPicPr>
          <p:cNvPr id="175" name="Google Shape;175;p13"/>
          <p:cNvPicPr preferRelativeResize="0"/>
          <p:nvPr/>
        </p:nvPicPr>
        <p:blipFill>
          <a:blip r:embed="rId3">
            <a:alphaModFix/>
          </a:blip>
          <a:stretch>
            <a:fillRect/>
          </a:stretch>
        </p:blipFill>
        <p:spPr>
          <a:xfrm>
            <a:off x="2479462" y="2461875"/>
            <a:ext cx="7137023" cy="3378150"/>
          </a:xfrm>
          <a:prstGeom prst="rect">
            <a:avLst/>
          </a:prstGeom>
          <a:noFill/>
          <a:ln>
            <a:solidFill>
              <a:srgbClr val="616161"/>
            </a:solid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Other Files</a:t>
            </a:r>
            <a:endParaRPr/>
          </a:p>
          <a:p>
            <a:pPr indent="-368300" lvl="1" marL="914400" rtl="0" algn="l">
              <a:lnSpc>
                <a:spcPct val="120000"/>
              </a:lnSpc>
              <a:spcBef>
                <a:spcPts val="0"/>
              </a:spcBef>
              <a:spcAft>
                <a:spcPts val="0"/>
              </a:spcAft>
              <a:buSzPts val="2200"/>
              <a:buChar char="–"/>
            </a:pPr>
            <a:r>
              <a:rPr lang="zh-TW"/>
              <a:t>可直接在文件中定義 API 格式或其他相關資料。</a:t>
            </a:r>
            <a:endParaRPr/>
          </a:p>
        </p:txBody>
      </p:sp>
      <p:sp>
        <p:nvSpPr>
          <p:cNvPr id="181" name="Google Shape;181;p14"/>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 - </a:t>
            </a:r>
            <a:r>
              <a:rPr lang="zh-TW" sz="3200"/>
              <a:t>輸入類型與處理</a:t>
            </a:r>
            <a:endParaRPr sz="3200"/>
          </a:p>
        </p:txBody>
      </p:sp>
      <p:pic>
        <p:nvPicPr>
          <p:cNvPr id="182" name="Google Shape;182;p14"/>
          <p:cNvPicPr preferRelativeResize="0"/>
          <p:nvPr/>
        </p:nvPicPr>
        <p:blipFill>
          <a:blip r:embed="rId3">
            <a:alphaModFix/>
          </a:blip>
          <a:stretch>
            <a:fillRect/>
          </a:stretch>
        </p:blipFill>
        <p:spPr>
          <a:xfrm>
            <a:off x="3973250" y="2228213"/>
            <a:ext cx="7877051" cy="4046010"/>
          </a:xfrm>
          <a:prstGeom prst="rect">
            <a:avLst/>
          </a:prstGeom>
          <a:noFill/>
          <a:ln>
            <a:solidFill>
              <a:srgbClr val="616161"/>
            </a:solidFill>
          </a:ln>
        </p:spPr>
      </p:pic>
      <p:pic>
        <p:nvPicPr>
          <p:cNvPr id="183" name="Google Shape;183;p14"/>
          <p:cNvPicPr preferRelativeResize="0"/>
          <p:nvPr/>
        </p:nvPicPr>
        <p:blipFill>
          <a:blip r:embed="rId4">
            <a:alphaModFix/>
          </a:blip>
          <a:stretch>
            <a:fillRect/>
          </a:stretch>
        </p:blipFill>
        <p:spPr>
          <a:xfrm>
            <a:off x="1959600" y="3452663"/>
            <a:ext cx="742950" cy="847725"/>
          </a:xfrm>
          <a:prstGeom prst="rect">
            <a:avLst/>
          </a:prstGeom>
          <a:noFill/>
          <a:ln>
            <a:solidFill>
              <a:srgbClr val="616161"/>
            </a:solidFill>
          </a:ln>
        </p:spPr>
      </p:pic>
      <p:sp>
        <p:nvSpPr>
          <p:cNvPr id="184" name="Google Shape;184;p14"/>
          <p:cNvSpPr/>
          <p:nvPr/>
        </p:nvSpPr>
        <p:spPr>
          <a:xfrm>
            <a:off x="2986675" y="2228225"/>
            <a:ext cx="625800" cy="3937200"/>
          </a:xfrm>
          <a:prstGeom prst="leftBrace">
            <a:avLst>
              <a:gd fmla="val 50000" name="adj1"/>
              <a:gd fmla="val 3893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378b591f97_0_7"/>
          <p:cNvSpPr txBox="1"/>
          <p:nvPr>
            <p:ph idx="1" type="body"/>
          </p:nvPr>
        </p:nvSpPr>
        <p:spPr>
          <a:xfrm>
            <a:off x="527381" y="1124744"/>
            <a:ext cx="11041200" cy="504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378b591f97_0_7"/>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3000"/>
              <a:buFont typeface="Arial"/>
              <a:buNone/>
            </a:pPr>
            <a:r>
              <a:rPr lang="zh-TW" sz="3200">
                <a:solidFill>
                  <a:schemeClr val="lt1"/>
                </a:solidFill>
              </a:rPr>
              <a:t>AI 如何協助開發流程 - Code</a:t>
            </a:r>
            <a:endParaRPr/>
          </a:p>
        </p:txBody>
      </p:sp>
      <p:pic>
        <p:nvPicPr>
          <p:cNvPr id="192" name="Google Shape;192;g3378b591f97_0_7"/>
          <p:cNvPicPr preferRelativeResize="0"/>
          <p:nvPr/>
        </p:nvPicPr>
        <p:blipFill>
          <a:blip r:embed="rId3">
            <a:alphaModFix/>
          </a:blip>
          <a:stretch>
            <a:fillRect/>
          </a:stretch>
        </p:blipFill>
        <p:spPr>
          <a:xfrm>
            <a:off x="946038" y="1124750"/>
            <a:ext cx="10203880" cy="5040599"/>
          </a:xfrm>
          <a:prstGeom prst="rect">
            <a:avLst/>
          </a:prstGeom>
          <a:noFill/>
          <a:ln>
            <a:solidFill>
              <a:srgbClr val="616161"/>
            </a:solid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378b591f97_0_15"/>
          <p:cNvSpPr txBox="1"/>
          <p:nvPr>
            <p:ph idx="1" type="body"/>
          </p:nvPr>
        </p:nvSpPr>
        <p:spPr>
          <a:xfrm>
            <a:off x="527381" y="1124744"/>
            <a:ext cx="11041200" cy="504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378b591f97_0_15"/>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sz="3200">
                <a:solidFill>
                  <a:schemeClr val="lt1"/>
                </a:solidFill>
              </a:rPr>
              <a:t>AI 如何協助開發流程 - Preview</a:t>
            </a:r>
            <a:endParaRPr/>
          </a:p>
        </p:txBody>
      </p:sp>
      <p:pic>
        <p:nvPicPr>
          <p:cNvPr id="200" name="Google Shape;200;g3378b591f97_0_15"/>
          <p:cNvPicPr preferRelativeResize="0"/>
          <p:nvPr/>
        </p:nvPicPr>
        <p:blipFill>
          <a:blip r:embed="rId3">
            <a:alphaModFix/>
          </a:blip>
          <a:stretch>
            <a:fillRect/>
          </a:stretch>
        </p:blipFill>
        <p:spPr>
          <a:xfrm>
            <a:off x="1042100" y="1124750"/>
            <a:ext cx="10107647" cy="5040600"/>
          </a:xfrm>
          <a:prstGeom prst="rect">
            <a:avLst/>
          </a:prstGeom>
          <a:noFill/>
          <a:ln>
            <a:solidFill>
              <a:srgbClr val="616161"/>
            </a:solid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378b591f97_0_39"/>
          <p:cNvSpPr txBox="1"/>
          <p:nvPr>
            <p:ph idx="1" type="body"/>
          </p:nvPr>
        </p:nvSpPr>
        <p:spPr>
          <a:xfrm>
            <a:off x="527381" y="1124744"/>
            <a:ext cx="11041200" cy="5040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sz="1800"/>
              <a:t>建議每次生成後下載 SDK 以便保存最新版本</a:t>
            </a:r>
            <a:endParaRPr/>
          </a:p>
        </p:txBody>
      </p:sp>
      <p:sp>
        <p:nvSpPr>
          <p:cNvPr id="207" name="Google Shape;207;g3378b591f97_0_39"/>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sz="3200">
                <a:solidFill>
                  <a:schemeClr val="lt1"/>
                </a:solidFill>
              </a:rPr>
              <a:t>AI 如何協助開發流程 - </a:t>
            </a:r>
            <a:r>
              <a:rPr lang="zh-TW" sz="3200"/>
              <a:t>SDK 下載與整合</a:t>
            </a:r>
            <a:endParaRPr sz="3200"/>
          </a:p>
        </p:txBody>
      </p:sp>
      <p:pic>
        <p:nvPicPr>
          <p:cNvPr id="208" name="Google Shape;208;g3378b591f97_0_39"/>
          <p:cNvPicPr preferRelativeResize="0"/>
          <p:nvPr/>
        </p:nvPicPr>
        <p:blipFill>
          <a:blip r:embed="rId3">
            <a:alphaModFix/>
          </a:blip>
          <a:stretch>
            <a:fillRect/>
          </a:stretch>
        </p:blipFill>
        <p:spPr>
          <a:xfrm>
            <a:off x="1088338" y="2099225"/>
            <a:ext cx="4067175" cy="1276350"/>
          </a:xfrm>
          <a:prstGeom prst="rect">
            <a:avLst/>
          </a:prstGeom>
          <a:noFill/>
          <a:ln>
            <a:solidFill>
              <a:srgbClr val="616161"/>
            </a:solidFill>
          </a:ln>
        </p:spPr>
      </p:pic>
      <p:pic>
        <p:nvPicPr>
          <p:cNvPr id="209" name="Google Shape;209;g3378b591f97_0_39"/>
          <p:cNvPicPr preferRelativeResize="0"/>
          <p:nvPr/>
        </p:nvPicPr>
        <p:blipFill>
          <a:blip r:embed="rId4">
            <a:alphaModFix/>
          </a:blip>
          <a:stretch>
            <a:fillRect/>
          </a:stretch>
        </p:blipFill>
        <p:spPr>
          <a:xfrm>
            <a:off x="5994800" y="1759700"/>
            <a:ext cx="5249851" cy="4069475"/>
          </a:xfrm>
          <a:prstGeom prst="rect">
            <a:avLst/>
          </a:prstGeom>
          <a:noFill/>
          <a:ln>
            <a:solidFill>
              <a:srgbClr val="616161"/>
            </a:solid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31cdfcc3a6_0_0"/>
          <p:cNvSpPr txBox="1"/>
          <p:nvPr>
            <p:ph idx="1" type="body"/>
          </p:nvPr>
        </p:nvSpPr>
        <p:spPr>
          <a:xfrm>
            <a:off x="527381" y="1124744"/>
            <a:ext cx="11041200" cy="5040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sz="1800"/>
              <a:t>VS Code 整合：</a:t>
            </a:r>
            <a:endParaRPr sz="1800"/>
          </a:p>
          <a:p>
            <a:pPr indent="-342900" lvl="1" marL="914400" rtl="0" algn="l">
              <a:spcBef>
                <a:spcPts val="0"/>
              </a:spcBef>
              <a:spcAft>
                <a:spcPts val="0"/>
              </a:spcAft>
              <a:buSzPts val="1800"/>
              <a:buChar char="–"/>
            </a:pPr>
            <a:r>
              <a:rPr lang="zh-TW" sz="1800"/>
              <a:t>透過VS code使用下載後的SDK</a:t>
            </a:r>
            <a:endParaRPr sz="1800"/>
          </a:p>
        </p:txBody>
      </p:sp>
      <p:sp>
        <p:nvSpPr>
          <p:cNvPr id="216" name="Google Shape;216;g331cdfcc3a6_0_0"/>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zh-TW" sz="3200">
                <a:solidFill>
                  <a:schemeClr val="lt1"/>
                </a:solidFill>
              </a:rPr>
              <a:t>AI 如何協助開發流程 - SDK 下載與整合</a:t>
            </a:r>
            <a:endParaRPr/>
          </a:p>
        </p:txBody>
      </p:sp>
      <p:pic>
        <p:nvPicPr>
          <p:cNvPr id="217" name="Google Shape;217;g331cdfcc3a6_0_0"/>
          <p:cNvPicPr preferRelativeResize="0"/>
          <p:nvPr/>
        </p:nvPicPr>
        <p:blipFill>
          <a:blip r:embed="rId3">
            <a:alphaModFix/>
          </a:blip>
          <a:stretch>
            <a:fillRect/>
          </a:stretch>
        </p:blipFill>
        <p:spPr>
          <a:xfrm>
            <a:off x="2272100" y="1969850"/>
            <a:ext cx="7551775" cy="4027600"/>
          </a:xfrm>
          <a:prstGeom prst="rect">
            <a:avLst/>
          </a:prstGeom>
          <a:noFill/>
          <a:ln>
            <a:solidFill>
              <a:srgbClr val="616161"/>
            </a:solid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31cdfcc3a6_0_14"/>
          <p:cNvSpPr txBox="1"/>
          <p:nvPr>
            <p:ph idx="1" type="body"/>
          </p:nvPr>
        </p:nvSpPr>
        <p:spPr>
          <a:xfrm>
            <a:off x="527381" y="1124744"/>
            <a:ext cx="11041200" cy="50406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zh-TW"/>
              <a:t>VS Code 整合：</a:t>
            </a:r>
            <a:endParaRPr/>
          </a:p>
          <a:p>
            <a:pPr indent="-342900" lvl="1" marL="914400" rtl="0" algn="l">
              <a:spcBef>
                <a:spcPts val="0"/>
              </a:spcBef>
              <a:spcAft>
                <a:spcPts val="0"/>
              </a:spcAft>
              <a:buSzPts val="1800"/>
              <a:buChar char="–"/>
            </a:pPr>
            <a:r>
              <a:rPr lang="zh-TW" sz="1800"/>
              <a:t>執行 npm run build 生成網頁檔案。</a:t>
            </a:r>
            <a:endParaRPr sz="1800"/>
          </a:p>
          <a:p>
            <a:pPr indent="-342900" lvl="1" marL="914400" rtl="0" algn="l">
              <a:spcBef>
                <a:spcPts val="0"/>
              </a:spcBef>
              <a:spcAft>
                <a:spcPts val="0"/>
              </a:spcAft>
              <a:buSzPts val="1800"/>
              <a:buChar char="–"/>
            </a:pPr>
            <a:r>
              <a:rPr lang="zh-TW" sz="1800"/>
              <a:t>執行 npm run dev 進行本地端測試。</a:t>
            </a:r>
            <a:endParaRPr sz="1800"/>
          </a:p>
        </p:txBody>
      </p:sp>
      <p:sp>
        <p:nvSpPr>
          <p:cNvPr id="224" name="Google Shape;224;g331cdfcc3a6_0_14"/>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zh-TW" sz="3200">
                <a:solidFill>
                  <a:schemeClr val="lt1"/>
                </a:solidFill>
              </a:rPr>
              <a:t>AI 如何協助開發流程 - </a:t>
            </a:r>
            <a:r>
              <a:rPr lang="zh-TW" sz="3200">
                <a:solidFill>
                  <a:schemeClr val="lt1"/>
                </a:solidFill>
              </a:rPr>
              <a:t>SDK 下載與整合</a:t>
            </a:r>
            <a:endParaRPr/>
          </a:p>
        </p:txBody>
      </p:sp>
      <p:pic>
        <p:nvPicPr>
          <p:cNvPr id="225" name="Google Shape;225;g331cdfcc3a6_0_14"/>
          <p:cNvPicPr preferRelativeResize="0"/>
          <p:nvPr/>
        </p:nvPicPr>
        <p:blipFill>
          <a:blip r:embed="rId3">
            <a:alphaModFix/>
          </a:blip>
          <a:stretch>
            <a:fillRect/>
          </a:stretch>
        </p:blipFill>
        <p:spPr>
          <a:xfrm>
            <a:off x="5996450" y="1036350"/>
            <a:ext cx="5410200" cy="2495550"/>
          </a:xfrm>
          <a:prstGeom prst="rect">
            <a:avLst/>
          </a:prstGeom>
          <a:noFill/>
          <a:ln>
            <a:solidFill>
              <a:srgbClr val="616161"/>
            </a:solidFill>
          </a:ln>
        </p:spPr>
      </p:pic>
      <p:pic>
        <p:nvPicPr>
          <p:cNvPr id="226" name="Google Shape;226;g331cdfcc3a6_0_14"/>
          <p:cNvPicPr preferRelativeResize="0"/>
          <p:nvPr/>
        </p:nvPicPr>
        <p:blipFill>
          <a:blip r:embed="rId4">
            <a:alphaModFix/>
          </a:blip>
          <a:stretch>
            <a:fillRect/>
          </a:stretch>
        </p:blipFill>
        <p:spPr>
          <a:xfrm>
            <a:off x="5996438" y="3790425"/>
            <a:ext cx="5572125" cy="2038350"/>
          </a:xfrm>
          <a:prstGeom prst="rect">
            <a:avLst/>
          </a:prstGeom>
          <a:noFill/>
          <a:ln>
            <a:solidFill>
              <a:srgbClr val="616161"/>
            </a:solid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378b591f97_0_48"/>
          <p:cNvSpPr txBox="1"/>
          <p:nvPr>
            <p:ph idx="1" type="body"/>
          </p:nvPr>
        </p:nvSpPr>
        <p:spPr>
          <a:xfrm>
            <a:off x="527375" y="1124750"/>
            <a:ext cx="6107700" cy="4827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zh-TW" sz="1800"/>
              <a:t>Use GitHub Path:</a:t>
            </a:r>
            <a:endParaRPr sz="1800"/>
          </a:p>
          <a:p>
            <a:pPr indent="-330200" lvl="1" marL="914400" rtl="0" algn="l">
              <a:spcBef>
                <a:spcPts val="0"/>
              </a:spcBef>
              <a:spcAft>
                <a:spcPts val="0"/>
              </a:spcAft>
              <a:buSzPts val="1600"/>
              <a:buChar char="–"/>
            </a:pPr>
            <a:r>
              <a:rPr lang="zh-TW" sz="1600"/>
              <a:t>Format: bolt.new/~/github.com/username/repository</a:t>
            </a:r>
            <a:endParaRPr sz="1600"/>
          </a:p>
          <a:p>
            <a:pPr indent="-330200" lvl="1" marL="914400" rtl="0" algn="l">
              <a:spcBef>
                <a:spcPts val="0"/>
              </a:spcBef>
              <a:spcAft>
                <a:spcPts val="0"/>
              </a:spcAft>
              <a:buSzPts val="1600"/>
              <a:buChar char="–"/>
            </a:pPr>
            <a:r>
              <a:rPr lang="zh-TW" sz="1600"/>
              <a:t>Example: bolt.new/~/github.com/PaulWuGTK/AI-Driven-WebUI</a:t>
            </a:r>
            <a:endParaRPr sz="1600"/>
          </a:p>
          <a:p>
            <a:pPr indent="-330200" lvl="1" marL="914400" rtl="0" algn="l">
              <a:spcBef>
                <a:spcPts val="0"/>
              </a:spcBef>
              <a:spcAft>
                <a:spcPts val="0"/>
              </a:spcAft>
              <a:buSzPts val="1600"/>
              <a:buChar char="–"/>
            </a:pPr>
            <a:r>
              <a:rPr lang="zh-TW" sz="1600"/>
              <a:t>Note: The repository must be public.</a:t>
            </a:r>
            <a:endParaRPr sz="1600"/>
          </a:p>
          <a:p>
            <a:pPr indent="-342900" lvl="0" marL="457200" rtl="0" algn="l">
              <a:spcBef>
                <a:spcPts val="0"/>
              </a:spcBef>
              <a:spcAft>
                <a:spcPts val="0"/>
              </a:spcAft>
              <a:buSzPts val="1800"/>
              <a:buChar char="•"/>
            </a:pPr>
            <a:r>
              <a:rPr lang="zh-TW" sz="1800"/>
              <a:t>Sign In with GitHub:</a:t>
            </a:r>
            <a:endParaRPr sz="1800"/>
          </a:p>
          <a:p>
            <a:pPr indent="-342900" lvl="1" marL="914400" rtl="0" algn="l">
              <a:spcBef>
                <a:spcPts val="0"/>
              </a:spcBef>
              <a:spcAft>
                <a:spcPts val="0"/>
              </a:spcAft>
              <a:buSzPts val="1800"/>
              <a:buChar char="–"/>
            </a:pPr>
            <a:r>
              <a:rPr lang="zh-TW" sz="1800"/>
              <a:t>Log in using your GitHub account.</a:t>
            </a:r>
            <a:endParaRPr sz="1800"/>
          </a:p>
          <a:p>
            <a:pPr indent="-342900" lvl="0" marL="457200" rtl="0" algn="l">
              <a:spcBef>
                <a:spcPts val="0"/>
              </a:spcBef>
              <a:spcAft>
                <a:spcPts val="0"/>
              </a:spcAft>
              <a:buSzPts val="1800"/>
              <a:buChar char="•"/>
            </a:pPr>
            <a:r>
              <a:rPr lang="zh-TW" sz="1800"/>
              <a:t>Bind Repository:</a:t>
            </a:r>
            <a:endParaRPr sz="1800"/>
          </a:p>
          <a:p>
            <a:pPr indent="-342900" lvl="1" marL="914400" rtl="0" algn="l">
              <a:spcBef>
                <a:spcPts val="0"/>
              </a:spcBef>
              <a:spcAft>
                <a:spcPts val="0"/>
              </a:spcAft>
              <a:buSzPts val="1800"/>
              <a:buChar char="–"/>
            </a:pPr>
            <a:r>
              <a:rPr lang="zh-TW" sz="1800"/>
              <a:t>Link the GitHub repo to bolt.new for direct import.</a:t>
            </a:r>
            <a:endParaRPr sz="1800"/>
          </a:p>
          <a:p>
            <a:pPr indent="0" lvl="0" marL="0" rtl="0" algn="l">
              <a:spcBef>
                <a:spcPts val="0"/>
              </a:spcBef>
              <a:spcAft>
                <a:spcPts val="0"/>
              </a:spcAft>
              <a:buNone/>
            </a:pPr>
            <a:r>
              <a:t/>
            </a:r>
            <a:endParaRPr sz="1800"/>
          </a:p>
        </p:txBody>
      </p:sp>
      <p:sp>
        <p:nvSpPr>
          <p:cNvPr id="233" name="Google Shape;233;g3378b591f97_0_48"/>
          <p:cNvSpPr txBox="1"/>
          <p:nvPr>
            <p:ph type="title"/>
          </p:nvPr>
        </p:nvSpPr>
        <p:spPr>
          <a:xfrm>
            <a:off x="-75" y="0"/>
            <a:ext cx="12192000" cy="9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zh-TW" sz="3200">
                <a:solidFill>
                  <a:schemeClr val="lt1"/>
                </a:solidFill>
              </a:rPr>
              <a:t>AI 如何協助開發流程 - SDK 下載與整合</a:t>
            </a:r>
            <a:endParaRPr/>
          </a:p>
        </p:txBody>
      </p:sp>
      <p:pic>
        <p:nvPicPr>
          <p:cNvPr id="234" name="Google Shape;234;g3378b591f97_0_48"/>
          <p:cNvPicPr preferRelativeResize="0"/>
          <p:nvPr/>
        </p:nvPicPr>
        <p:blipFill rotWithShape="1">
          <a:blip r:embed="rId3">
            <a:alphaModFix/>
          </a:blip>
          <a:srcRect b="58483" l="0" r="66144" t="0"/>
          <a:stretch/>
        </p:blipFill>
        <p:spPr>
          <a:xfrm>
            <a:off x="7045851" y="1124749"/>
            <a:ext cx="4522726" cy="2793174"/>
          </a:xfrm>
          <a:prstGeom prst="rect">
            <a:avLst/>
          </a:prstGeom>
          <a:noFill/>
          <a:ln cap="flat" cmpd="sng" w="9525">
            <a:solidFill>
              <a:srgbClr val="616161"/>
            </a:solidFill>
            <a:prstDash val="solid"/>
            <a:round/>
            <a:headEnd len="sm" w="sm" type="none"/>
            <a:tailEnd len="sm" w="sm" type="none"/>
          </a:ln>
        </p:spPr>
      </p:pic>
      <p:sp>
        <p:nvSpPr>
          <p:cNvPr id="235" name="Google Shape;235;g3378b591f97_0_48"/>
          <p:cNvSpPr/>
          <p:nvPr/>
        </p:nvSpPr>
        <p:spPr>
          <a:xfrm>
            <a:off x="8170175" y="1145350"/>
            <a:ext cx="2801400" cy="268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New</a:t>
            </a:r>
            <a:endParaRPr/>
          </a:p>
          <a:p>
            <a:pPr indent="-368300" lvl="1" marL="914400" rtl="0" algn="l">
              <a:lnSpc>
                <a:spcPct val="120000"/>
              </a:lnSpc>
              <a:spcBef>
                <a:spcPts val="0"/>
              </a:spcBef>
              <a:spcAft>
                <a:spcPts val="0"/>
              </a:spcAft>
              <a:buSzPts val="2200"/>
              <a:buChar char="–"/>
            </a:pPr>
            <a:r>
              <a:rPr lang="zh-TW"/>
              <a:t>Prompt ( Create a website for Router use with vue.js )</a:t>
            </a:r>
            <a:endParaRPr/>
          </a:p>
          <a:p>
            <a:pPr indent="-368300" lvl="1" marL="914400" rtl="0" algn="l">
              <a:lnSpc>
                <a:spcPct val="120000"/>
              </a:lnSpc>
              <a:spcBef>
                <a:spcPts val="0"/>
              </a:spcBef>
              <a:spcAft>
                <a:spcPts val="0"/>
              </a:spcAft>
              <a:buSzPts val="2200"/>
              <a:buChar char="–"/>
            </a:pPr>
            <a:r>
              <a:rPr lang="zh-TW"/>
              <a:t>Design or pictures</a:t>
            </a:r>
            <a:endParaRPr/>
          </a:p>
          <a:p>
            <a:pPr indent="-368300" lvl="2" marL="1371600" rtl="0" algn="l">
              <a:lnSpc>
                <a:spcPct val="120000"/>
              </a:lnSpc>
              <a:spcBef>
                <a:spcPts val="0"/>
              </a:spcBef>
              <a:spcAft>
                <a:spcPts val="0"/>
              </a:spcAft>
              <a:buSzPts val="2200"/>
              <a:buChar char="•"/>
            </a:pPr>
            <a:r>
              <a:rPr lang="zh-TW"/>
              <a:t>Login page</a:t>
            </a:r>
            <a:endParaRPr/>
          </a:p>
          <a:p>
            <a:pPr indent="-368300" lvl="2" marL="1371600" rtl="0" algn="l">
              <a:lnSpc>
                <a:spcPct val="120000"/>
              </a:lnSpc>
              <a:spcBef>
                <a:spcPts val="0"/>
              </a:spcBef>
              <a:spcAft>
                <a:spcPts val="0"/>
              </a:spcAft>
              <a:buSzPts val="2200"/>
              <a:buChar char="•"/>
            </a:pPr>
            <a:r>
              <a:rPr lang="zh-TW"/>
              <a:t>Home page design (menu bar position)</a:t>
            </a:r>
            <a:endParaRPr/>
          </a:p>
          <a:p>
            <a:pPr indent="-368300" lvl="2" marL="1371600" rtl="0" algn="l">
              <a:lnSpc>
                <a:spcPct val="120000"/>
              </a:lnSpc>
              <a:spcBef>
                <a:spcPts val="0"/>
              </a:spcBef>
              <a:spcAft>
                <a:spcPts val="0"/>
              </a:spcAft>
              <a:buSzPts val="2200"/>
              <a:buChar char="•"/>
            </a:pPr>
            <a:r>
              <a:rPr lang="zh-TW"/>
              <a:t>Other request</a:t>
            </a:r>
            <a:endParaRPr/>
          </a:p>
          <a:p>
            <a:pPr indent="-368300" lvl="2" marL="1371600" rtl="0" algn="l">
              <a:lnSpc>
                <a:spcPct val="120000"/>
              </a:lnSpc>
              <a:spcBef>
                <a:spcPts val="0"/>
              </a:spcBef>
              <a:spcAft>
                <a:spcPts val="0"/>
              </a:spcAft>
              <a:buSzPts val="2200"/>
              <a:buChar char="•"/>
            </a:pPr>
            <a:r>
              <a:rPr lang="zh-TW"/>
              <a:t>Multi-language</a:t>
            </a:r>
            <a:endParaRPr/>
          </a:p>
          <a:p>
            <a:pPr indent="-228600" lvl="1" marL="914400" rtl="0" algn="l">
              <a:lnSpc>
                <a:spcPct val="120000"/>
              </a:lnSpc>
              <a:spcBef>
                <a:spcPts val="0"/>
              </a:spcBef>
              <a:spcAft>
                <a:spcPts val="0"/>
              </a:spcAft>
              <a:buSzPts val="2200"/>
              <a:buNone/>
            </a:pPr>
            <a:r>
              <a:t/>
            </a:r>
            <a:endParaRPr/>
          </a:p>
        </p:txBody>
      </p:sp>
      <p:sp>
        <p:nvSpPr>
          <p:cNvPr id="241" name="Google Shape;241;p16"/>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a:t>
            </a:r>
            <a:endParaRPr sz="3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7"/>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Add</a:t>
            </a:r>
            <a:endParaRPr/>
          </a:p>
          <a:p>
            <a:pPr indent="-368300" lvl="1" marL="914400" rtl="0" algn="l">
              <a:lnSpc>
                <a:spcPct val="120000"/>
              </a:lnSpc>
              <a:spcBef>
                <a:spcPts val="0"/>
              </a:spcBef>
              <a:spcAft>
                <a:spcPts val="0"/>
              </a:spcAft>
              <a:buSzPts val="2200"/>
              <a:buChar char="–"/>
            </a:pPr>
            <a:r>
              <a:rPr lang="zh-TW"/>
              <a:t>Prompt</a:t>
            </a:r>
            <a:endParaRPr/>
          </a:p>
          <a:p>
            <a:pPr indent="-368300" lvl="1" marL="914400" rtl="0" algn="l">
              <a:lnSpc>
                <a:spcPct val="120000"/>
              </a:lnSpc>
              <a:spcBef>
                <a:spcPts val="0"/>
              </a:spcBef>
              <a:spcAft>
                <a:spcPts val="0"/>
              </a:spcAft>
              <a:buSzPts val="2200"/>
              <a:buChar char="–"/>
            </a:pPr>
            <a:r>
              <a:rPr lang="zh-TW"/>
              <a:t>Design or pictures</a:t>
            </a:r>
            <a:endParaRPr/>
          </a:p>
          <a:p>
            <a:pPr indent="-368300" lvl="1" marL="914400" rtl="0" algn="l">
              <a:lnSpc>
                <a:spcPct val="120000"/>
              </a:lnSpc>
              <a:spcBef>
                <a:spcPts val="0"/>
              </a:spcBef>
              <a:spcAft>
                <a:spcPts val="0"/>
              </a:spcAft>
              <a:buSzPts val="2200"/>
              <a:buChar char="–"/>
            </a:pPr>
            <a:r>
              <a:rPr lang="zh-TW"/>
              <a:t>API</a:t>
            </a:r>
            <a:endParaRPr/>
          </a:p>
          <a:p>
            <a:pPr indent="-368300" lvl="2" marL="1371600" rtl="0" algn="l">
              <a:lnSpc>
                <a:spcPct val="120000"/>
              </a:lnSpc>
              <a:spcBef>
                <a:spcPts val="0"/>
              </a:spcBef>
              <a:spcAft>
                <a:spcPts val="0"/>
              </a:spcAft>
              <a:buSzPts val="2200"/>
              <a:buChar char="•"/>
            </a:pPr>
            <a:r>
              <a:rPr lang="zh-TW"/>
              <a:t>URL</a:t>
            </a:r>
            <a:endParaRPr/>
          </a:p>
          <a:p>
            <a:pPr indent="-368300" lvl="2" marL="1371600" rtl="0" algn="l">
              <a:lnSpc>
                <a:spcPct val="120000"/>
              </a:lnSpc>
              <a:spcBef>
                <a:spcPts val="0"/>
              </a:spcBef>
              <a:spcAft>
                <a:spcPts val="0"/>
              </a:spcAft>
              <a:buSzPts val="2200"/>
              <a:buChar char="•"/>
            </a:pPr>
            <a:r>
              <a:rPr lang="zh-TW"/>
              <a:t>API data</a:t>
            </a:r>
            <a:endParaRPr/>
          </a:p>
          <a:p>
            <a:pPr indent="-368300" lvl="0" marL="457200" marR="0" rtl="0" algn="l">
              <a:lnSpc>
                <a:spcPct val="120000"/>
              </a:lnSpc>
              <a:spcBef>
                <a:spcPts val="0"/>
              </a:spcBef>
              <a:spcAft>
                <a:spcPts val="0"/>
              </a:spcAft>
              <a:buClr>
                <a:schemeClr val="dk1"/>
              </a:buClr>
              <a:buSzPts val="2200"/>
              <a:buFont typeface="Nunito"/>
              <a:buChar char="•"/>
            </a:pPr>
            <a:r>
              <a:rPr lang="zh-TW"/>
              <a:t>Update</a:t>
            </a:r>
            <a:endParaRPr/>
          </a:p>
          <a:p>
            <a:pPr indent="-368300" lvl="1" marL="914400" rtl="0" algn="l">
              <a:lnSpc>
                <a:spcPct val="120000"/>
              </a:lnSpc>
              <a:spcBef>
                <a:spcPts val="0"/>
              </a:spcBef>
              <a:spcAft>
                <a:spcPts val="0"/>
              </a:spcAft>
              <a:buSzPts val="2200"/>
              <a:buChar char="–"/>
            </a:pPr>
            <a:r>
              <a:rPr lang="zh-TW"/>
              <a:t>Prompt</a:t>
            </a:r>
            <a:endParaRPr/>
          </a:p>
          <a:p>
            <a:pPr indent="-368300" lvl="2" marL="1371600" rtl="0" algn="l">
              <a:lnSpc>
                <a:spcPct val="120000"/>
              </a:lnSpc>
              <a:spcBef>
                <a:spcPts val="0"/>
              </a:spcBef>
              <a:spcAft>
                <a:spcPts val="0"/>
              </a:spcAft>
              <a:buSzPts val="2200"/>
              <a:buChar char="•"/>
            </a:pPr>
            <a:r>
              <a:rPr lang="zh-TW"/>
              <a:t>Please modify the code to [describe the change], and ensure the output includes the complete code with unchanged parts intact. Do not omit any sections that are not being changed.</a:t>
            </a:r>
            <a:endParaRPr/>
          </a:p>
        </p:txBody>
      </p:sp>
      <p:sp>
        <p:nvSpPr>
          <p:cNvPr id="247" name="Google Shape;247;p17"/>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AI 如何協助開發流程</a:t>
            </a:r>
            <a:endParaRPr sz="3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SzPts val="2200"/>
              <a:buChar char="•"/>
            </a:pPr>
            <a:r>
              <a:rPr lang="zh-TW"/>
              <a:t>支援的框架與工具</a:t>
            </a:r>
            <a:endParaRPr/>
          </a:p>
          <a:p>
            <a:pPr indent="-368300" lvl="1" marL="914400" marR="0" rtl="0" algn="l">
              <a:lnSpc>
                <a:spcPct val="120000"/>
              </a:lnSpc>
              <a:spcBef>
                <a:spcPts val="0"/>
              </a:spcBef>
              <a:spcAft>
                <a:spcPts val="0"/>
              </a:spcAft>
              <a:buSzPts val="2200"/>
              <a:buChar char="–"/>
            </a:pPr>
            <a:r>
              <a:rPr lang="zh-TW"/>
              <a:t>靜態站點生成器：Astro、Slidev</a:t>
            </a:r>
            <a:endParaRPr/>
          </a:p>
          <a:p>
            <a:pPr indent="-368300" lvl="1" marL="914400" marR="0" rtl="0" algn="l">
              <a:lnSpc>
                <a:spcPct val="120000"/>
              </a:lnSpc>
              <a:spcBef>
                <a:spcPts val="0"/>
              </a:spcBef>
              <a:spcAft>
                <a:spcPts val="0"/>
              </a:spcAft>
              <a:buSzPts val="2200"/>
              <a:buChar char="–"/>
            </a:pPr>
            <a:r>
              <a:rPr lang="zh-TW"/>
              <a:t>伺服器端渲染（SSR）：Next.js、Nuxt.js、Remix</a:t>
            </a:r>
            <a:endParaRPr/>
          </a:p>
          <a:p>
            <a:pPr indent="-368300" lvl="1" marL="914400" marR="0" rtl="0" algn="l">
              <a:lnSpc>
                <a:spcPct val="120000"/>
              </a:lnSpc>
              <a:spcBef>
                <a:spcPts val="0"/>
              </a:spcBef>
              <a:spcAft>
                <a:spcPts val="0"/>
              </a:spcAft>
              <a:buSzPts val="2200"/>
              <a:buChar char="–"/>
            </a:pPr>
            <a:r>
              <a:rPr lang="zh-TW"/>
              <a:t>前端框架：Vue.js、React、Svelte、Qwik</a:t>
            </a:r>
            <a:endParaRPr/>
          </a:p>
          <a:p>
            <a:pPr indent="-368300" lvl="1" marL="914400" marR="0" rtl="0" algn="l">
              <a:lnSpc>
                <a:spcPct val="120000"/>
              </a:lnSpc>
              <a:spcBef>
                <a:spcPts val="0"/>
              </a:spcBef>
              <a:spcAft>
                <a:spcPts val="0"/>
              </a:spcAft>
              <a:buSzPts val="2200"/>
              <a:buChar char="–"/>
            </a:pPr>
            <a:r>
              <a:rPr lang="zh-TW"/>
              <a:t>全功能前端工具：Angular、TypeScript、NativeScript</a:t>
            </a:r>
            <a:endParaRPr/>
          </a:p>
          <a:p>
            <a:pPr indent="-368300" lvl="1" marL="914400" marR="0" rtl="0" algn="l">
              <a:lnSpc>
                <a:spcPct val="120000"/>
              </a:lnSpc>
              <a:spcBef>
                <a:spcPts val="0"/>
              </a:spcBef>
              <a:spcAft>
                <a:spcPts val="0"/>
              </a:spcAft>
              <a:buSzPts val="2200"/>
              <a:buChar char="–"/>
            </a:pPr>
            <a:r>
              <a:rPr lang="zh-TW"/>
              <a:t>動畫與多媒體工具：Remotion</a:t>
            </a:r>
            <a:endParaRPr/>
          </a:p>
        </p:txBody>
      </p:sp>
      <p:sp>
        <p:nvSpPr>
          <p:cNvPr id="253" name="Google Shape;253;p18"/>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zh-TW" sz="3200"/>
              <a:t>框架與工具支援</a:t>
            </a:r>
            <a:endParaRPr sz="3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靜態站點生成器</a:t>
            </a:r>
            <a:endParaRPr/>
          </a:p>
          <a:p>
            <a:pPr indent="-368300" lvl="1" marL="914400" rtl="0" algn="l">
              <a:lnSpc>
                <a:spcPct val="120000"/>
              </a:lnSpc>
              <a:spcBef>
                <a:spcPts val="0"/>
              </a:spcBef>
              <a:spcAft>
                <a:spcPts val="0"/>
              </a:spcAft>
              <a:buSzPts val="2200"/>
              <a:buChar char="–"/>
            </a:pPr>
            <a:r>
              <a:rPr lang="zh-TW" sz="1800"/>
              <a:t>Astro</a:t>
            </a:r>
            <a:endParaRPr sz="1800"/>
          </a:p>
          <a:p>
            <a:pPr indent="-368300" lvl="2" marL="1371600" rtl="0" algn="l">
              <a:lnSpc>
                <a:spcPct val="120000"/>
              </a:lnSpc>
              <a:spcBef>
                <a:spcPts val="0"/>
              </a:spcBef>
              <a:spcAft>
                <a:spcPts val="0"/>
              </a:spcAft>
              <a:buSzPts val="2200"/>
              <a:buChar char="•"/>
            </a:pPr>
            <a:r>
              <a:rPr lang="zh-TW" sz="1800"/>
              <a:t>面向靜態站點生成，支持多框架 (React, Vue, Svelte)。</a:t>
            </a:r>
            <a:endParaRPr sz="1800"/>
          </a:p>
          <a:p>
            <a:pPr indent="-368300" lvl="2" marL="1371600" rtl="0" algn="l">
              <a:lnSpc>
                <a:spcPct val="120000"/>
              </a:lnSpc>
              <a:spcBef>
                <a:spcPts val="0"/>
              </a:spcBef>
              <a:spcAft>
                <a:spcPts val="0"/>
              </a:spcAft>
              <a:buSzPts val="2200"/>
              <a:buChar char="•"/>
            </a:pPr>
            <a:r>
              <a:rPr lang="zh-TW" sz="1800"/>
              <a:t>適合多框架組合的專案。</a:t>
            </a:r>
            <a:endParaRPr sz="1800"/>
          </a:p>
          <a:p>
            <a:pPr indent="-368300" lvl="1" marL="914400" rtl="0" algn="l">
              <a:lnSpc>
                <a:spcPct val="120000"/>
              </a:lnSpc>
              <a:spcBef>
                <a:spcPts val="0"/>
              </a:spcBef>
              <a:spcAft>
                <a:spcPts val="0"/>
              </a:spcAft>
              <a:buSzPts val="2200"/>
              <a:buChar char="–"/>
            </a:pPr>
            <a:r>
              <a:rPr lang="zh-TW" sz="1800"/>
              <a:t>Slidev</a:t>
            </a:r>
            <a:endParaRPr sz="1800"/>
          </a:p>
          <a:p>
            <a:pPr indent="-368300" lvl="2" marL="1371600" rtl="0" algn="l">
              <a:lnSpc>
                <a:spcPct val="120000"/>
              </a:lnSpc>
              <a:spcBef>
                <a:spcPts val="0"/>
              </a:spcBef>
              <a:spcAft>
                <a:spcPts val="0"/>
              </a:spcAft>
              <a:buSzPts val="2200"/>
              <a:buChar char="•"/>
            </a:pPr>
            <a:r>
              <a:rPr lang="zh-TW" sz="1800"/>
              <a:t>專注於互動式簡報，生成靜態 HTML。</a:t>
            </a:r>
            <a:endParaRPr sz="1800"/>
          </a:p>
        </p:txBody>
      </p:sp>
      <p:sp>
        <p:nvSpPr>
          <p:cNvPr id="259" name="Google Shape;259;p19"/>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3000"/>
              <a:buNone/>
            </a:pPr>
            <a:r>
              <a:rPr lang="zh-TW" sz="3200">
                <a:solidFill>
                  <a:schemeClr val="lt1"/>
                </a:solidFill>
              </a:rPr>
              <a:t>框架與工具支援</a:t>
            </a:r>
            <a:endParaRPr sz="3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伺服器端渲染（SSR）框架</a:t>
            </a:r>
            <a:endParaRPr/>
          </a:p>
          <a:p>
            <a:pPr indent="-368300" lvl="1" marL="914400" rtl="0" algn="l">
              <a:lnSpc>
                <a:spcPct val="120000"/>
              </a:lnSpc>
              <a:spcBef>
                <a:spcPts val="0"/>
              </a:spcBef>
              <a:spcAft>
                <a:spcPts val="0"/>
              </a:spcAft>
              <a:buSzPts val="2200"/>
              <a:buChar char="–"/>
            </a:pPr>
            <a:r>
              <a:rPr lang="zh-TW" sz="1800"/>
              <a:t>Next.js</a:t>
            </a:r>
            <a:endParaRPr/>
          </a:p>
          <a:p>
            <a:pPr indent="-368300" lvl="2" marL="1371600" rtl="0" algn="l">
              <a:lnSpc>
                <a:spcPct val="120000"/>
              </a:lnSpc>
              <a:spcBef>
                <a:spcPts val="0"/>
              </a:spcBef>
              <a:spcAft>
                <a:spcPts val="0"/>
              </a:spcAft>
              <a:buSzPts val="2200"/>
              <a:buChar char="•"/>
            </a:pPr>
            <a:r>
              <a:rPr lang="zh-TW" sz="1800"/>
              <a:t>React 基於 Node.js 的全棧框架，支持 SSR 和靜態生成。</a:t>
            </a:r>
            <a:endParaRPr sz="1800"/>
          </a:p>
          <a:p>
            <a:pPr indent="-368300" lvl="2" marL="1371600" rtl="0" algn="l">
              <a:lnSpc>
                <a:spcPct val="120000"/>
              </a:lnSpc>
              <a:spcBef>
                <a:spcPts val="0"/>
              </a:spcBef>
              <a:spcAft>
                <a:spcPts val="0"/>
              </a:spcAft>
              <a:buSzPts val="2200"/>
              <a:buChar char="•"/>
            </a:pPr>
            <a:r>
              <a:rPr lang="zh-TW" sz="1800"/>
              <a:t>與 RESTful API、GraphQL 集成良好。</a:t>
            </a:r>
            <a:endParaRPr sz="1800"/>
          </a:p>
          <a:p>
            <a:pPr indent="-368300" lvl="1" marL="914400" rtl="0" algn="l">
              <a:lnSpc>
                <a:spcPct val="120000"/>
              </a:lnSpc>
              <a:spcBef>
                <a:spcPts val="0"/>
              </a:spcBef>
              <a:spcAft>
                <a:spcPts val="0"/>
              </a:spcAft>
              <a:buSzPts val="2200"/>
              <a:buChar char="–"/>
            </a:pPr>
            <a:r>
              <a:rPr lang="zh-TW" sz="1800"/>
              <a:t>Nuxt.js</a:t>
            </a:r>
            <a:endParaRPr/>
          </a:p>
          <a:p>
            <a:pPr indent="-368300" lvl="2" marL="1371600" rtl="0" algn="l">
              <a:lnSpc>
                <a:spcPct val="120000"/>
              </a:lnSpc>
              <a:spcBef>
                <a:spcPts val="0"/>
              </a:spcBef>
              <a:spcAft>
                <a:spcPts val="0"/>
              </a:spcAft>
              <a:buSzPts val="2200"/>
              <a:buChar char="•"/>
            </a:pPr>
            <a:r>
              <a:rPr lang="zh-TW" sz="1800"/>
              <a:t>Vue 的類似框架，支持靜態生成和 SSR</a:t>
            </a:r>
            <a:endParaRPr/>
          </a:p>
          <a:p>
            <a:pPr indent="-368300" lvl="1" marL="914400" rtl="0" algn="l">
              <a:lnSpc>
                <a:spcPct val="120000"/>
              </a:lnSpc>
              <a:spcBef>
                <a:spcPts val="0"/>
              </a:spcBef>
              <a:spcAft>
                <a:spcPts val="0"/>
              </a:spcAft>
              <a:buSzPts val="2200"/>
              <a:buChar char="–"/>
            </a:pPr>
            <a:r>
              <a:rPr lang="zh-TW" sz="1800"/>
              <a:t>Remix</a:t>
            </a:r>
            <a:endParaRPr/>
          </a:p>
          <a:p>
            <a:pPr indent="-368300" lvl="2" marL="1371600" rtl="0" algn="l">
              <a:lnSpc>
                <a:spcPct val="120000"/>
              </a:lnSpc>
              <a:spcBef>
                <a:spcPts val="0"/>
              </a:spcBef>
              <a:spcAft>
                <a:spcPts val="0"/>
              </a:spcAft>
              <a:buSzPts val="2200"/>
              <a:buChar char="•"/>
            </a:pPr>
            <a:r>
              <a:rPr lang="zh-TW" sz="1800"/>
              <a:t>強調伺服器端渲染和路由管理，適合動態頁面和後端集成。</a:t>
            </a:r>
            <a:endParaRPr sz="1800"/>
          </a:p>
        </p:txBody>
      </p:sp>
      <p:sp>
        <p:nvSpPr>
          <p:cNvPr id="265" name="Google Shape;265;p20"/>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3000"/>
              <a:buNone/>
            </a:pPr>
            <a:r>
              <a:rPr lang="zh-TW" sz="3200">
                <a:solidFill>
                  <a:schemeClr val="lt1"/>
                </a:solidFill>
              </a:rPr>
              <a:t>框架與工具支援</a:t>
            </a:r>
            <a:endParaRPr sz="3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1"/>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前端框架</a:t>
            </a:r>
            <a:endParaRPr/>
          </a:p>
          <a:p>
            <a:pPr indent="-368300" lvl="1" marL="914400" rtl="0" algn="l">
              <a:lnSpc>
                <a:spcPct val="120000"/>
              </a:lnSpc>
              <a:spcBef>
                <a:spcPts val="0"/>
              </a:spcBef>
              <a:spcAft>
                <a:spcPts val="0"/>
              </a:spcAft>
              <a:buSzPts val="2200"/>
              <a:buChar char="–"/>
            </a:pPr>
            <a:r>
              <a:rPr lang="zh-TW" sz="1800"/>
              <a:t>Vue.js</a:t>
            </a:r>
            <a:endParaRPr/>
          </a:p>
          <a:p>
            <a:pPr indent="-368300" lvl="2" marL="1371600" rtl="0" algn="l">
              <a:lnSpc>
                <a:spcPct val="120000"/>
              </a:lnSpc>
              <a:spcBef>
                <a:spcPts val="0"/>
              </a:spcBef>
              <a:spcAft>
                <a:spcPts val="0"/>
              </a:spcAft>
              <a:buSzPts val="2200"/>
              <a:buChar char="•"/>
            </a:pPr>
            <a:r>
              <a:rPr lang="zh-TW" sz="1800"/>
              <a:t>輕量級，易於學習和使用，社群活躍，支持 MVVM 架構。</a:t>
            </a:r>
            <a:endParaRPr sz="1800"/>
          </a:p>
          <a:p>
            <a:pPr indent="-368300" lvl="1" marL="914400" rtl="0" algn="l">
              <a:lnSpc>
                <a:spcPct val="120000"/>
              </a:lnSpc>
              <a:spcBef>
                <a:spcPts val="0"/>
              </a:spcBef>
              <a:spcAft>
                <a:spcPts val="0"/>
              </a:spcAft>
              <a:buSzPts val="2200"/>
              <a:buChar char="–"/>
            </a:pPr>
            <a:r>
              <a:rPr lang="zh-TW" sz="1800"/>
              <a:t>React</a:t>
            </a:r>
            <a:endParaRPr/>
          </a:p>
          <a:p>
            <a:pPr indent="-368300" lvl="2" marL="1371600" rtl="0" algn="l">
              <a:lnSpc>
                <a:spcPct val="120000"/>
              </a:lnSpc>
              <a:spcBef>
                <a:spcPts val="0"/>
              </a:spcBef>
              <a:spcAft>
                <a:spcPts val="0"/>
              </a:spcAft>
              <a:buSzPts val="2200"/>
              <a:buChar char="•"/>
            </a:pPr>
            <a:r>
              <a:rPr lang="zh-TW" sz="1800"/>
              <a:t>功能強大，社群龐大，支援複雜組件式開發。</a:t>
            </a:r>
            <a:endParaRPr sz="1800"/>
          </a:p>
          <a:p>
            <a:pPr indent="-368300" lvl="1" marL="914400" rtl="0" algn="l">
              <a:lnSpc>
                <a:spcPct val="120000"/>
              </a:lnSpc>
              <a:spcBef>
                <a:spcPts val="0"/>
              </a:spcBef>
              <a:spcAft>
                <a:spcPts val="0"/>
              </a:spcAft>
              <a:buSzPts val="2200"/>
              <a:buChar char="–"/>
            </a:pPr>
            <a:r>
              <a:rPr lang="zh-TW" sz="1800"/>
              <a:t>Svelte</a:t>
            </a:r>
            <a:endParaRPr/>
          </a:p>
          <a:p>
            <a:pPr indent="-368300" lvl="2" marL="1371600" rtl="0" algn="l">
              <a:lnSpc>
                <a:spcPct val="120000"/>
              </a:lnSpc>
              <a:spcBef>
                <a:spcPts val="0"/>
              </a:spcBef>
              <a:spcAft>
                <a:spcPts val="0"/>
              </a:spcAft>
              <a:buSzPts val="2200"/>
              <a:buChar char="•"/>
            </a:pPr>
            <a:r>
              <a:rPr lang="zh-TW" sz="1800"/>
              <a:t>編譯期框架，生成純 JavaScript，無框架運行時開銷。</a:t>
            </a:r>
            <a:endParaRPr sz="1800"/>
          </a:p>
          <a:p>
            <a:pPr indent="-368300" lvl="1" marL="914400" rtl="0" algn="l">
              <a:lnSpc>
                <a:spcPct val="120000"/>
              </a:lnSpc>
              <a:spcBef>
                <a:spcPts val="0"/>
              </a:spcBef>
              <a:spcAft>
                <a:spcPts val="0"/>
              </a:spcAft>
              <a:buSzPts val="2200"/>
              <a:buChar char="–"/>
            </a:pPr>
            <a:r>
              <a:rPr lang="zh-TW" sz="1800"/>
              <a:t>Qwik</a:t>
            </a:r>
            <a:endParaRPr sz="1800"/>
          </a:p>
          <a:p>
            <a:pPr indent="-368300" lvl="2" marL="1371600" rtl="0" algn="l">
              <a:lnSpc>
                <a:spcPct val="120000"/>
              </a:lnSpc>
              <a:spcBef>
                <a:spcPts val="0"/>
              </a:spcBef>
              <a:spcAft>
                <a:spcPts val="0"/>
              </a:spcAft>
              <a:buSzPts val="2200"/>
              <a:buChar char="•"/>
            </a:pPr>
            <a:r>
              <a:rPr lang="zh-TW" sz="1800"/>
              <a:t>為即時加載設計，支持部分加載和高效交互。</a:t>
            </a:r>
            <a:endParaRPr sz="1800"/>
          </a:p>
        </p:txBody>
      </p:sp>
      <p:sp>
        <p:nvSpPr>
          <p:cNvPr id="271" name="Google Shape;271;p21"/>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3000"/>
              <a:buFont typeface="Arial"/>
              <a:buNone/>
            </a:pPr>
            <a:r>
              <a:rPr lang="zh-TW" sz="3200">
                <a:solidFill>
                  <a:schemeClr val="lt1"/>
                </a:solidFill>
              </a:rPr>
              <a:t>框架與工具支援</a:t>
            </a:r>
            <a:endParaRPr sz="3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2"/>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全功能前端工具</a:t>
            </a:r>
            <a:endParaRPr/>
          </a:p>
          <a:p>
            <a:pPr indent="-368300" lvl="1" marL="914400" rtl="0" algn="l">
              <a:lnSpc>
                <a:spcPct val="120000"/>
              </a:lnSpc>
              <a:spcBef>
                <a:spcPts val="0"/>
              </a:spcBef>
              <a:spcAft>
                <a:spcPts val="0"/>
              </a:spcAft>
              <a:buSzPts val="2200"/>
              <a:buChar char="–"/>
            </a:pPr>
            <a:r>
              <a:rPr lang="zh-TW" sz="1800"/>
              <a:t>Angular</a:t>
            </a:r>
            <a:endParaRPr/>
          </a:p>
          <a:p>
            <a:pPr indent="-368300" lvl="2" marL="1371600" rtl="0" algn="l">
              <a:lnSpc>
                <a:spcPct val="120000"/>
              </a:lnSpc>
              <a:spcBef>
                <a:spcPts val="0"/>
              </a:spcBef>
              <a:spcAft>
                <a:spcPts val="0"/>
              </a:spcAft>
              <a:buSzPts val="2200"/>
              <a:buChar char="•"/>
            </a:pPr>
            <a:r>
              <a:rPr lang="zh-TW" sz="1800"/>
              <a:t>功能全面，內建模組化和雙向綁定，適合大型專案。</a:t>
            </a:r>
            <a:endParaRPr sz="1800"/>
          </a:p>
          <a:p>
            <a:pPr indent="-368300" lvl="1" marL="914400" rtl="0" algn="l">
              <a:lnSpc>
                <a:spcPct val="120000"/>
              </a:lnSpc>
              <a:spcBef>
                <a:spcPts val="0"/>
              </a:spcBef>
              <a:spcAft>
                <a:spcPts val="0"/>
              </a:spcAft>
              <a:buSzPts val="2200"/>
              <a:buChar char="–"/>
            </a:pPr>
            <a:r>
              <a:rPr lang="zh-TW" sz="1800"/>
              <a:t>TypeScript</a:t>
            </a:r>
            <a:endParaRPr sz="1800"/>
          </a:p>
          <a:p>
            <a:pPr indent="-368300" lvl="2" marL="1371600" rtl="0" algn="l">
              <a:lnSpc>
                <a:spcPct val="120000"/>
              </a:lnSpc>
              <a:spcBef>
                <a:spcPts val="0"/>
              </a:spcBef>
              <a:spcAft>
                <a:spcPts val="0"/>
              </a:spcAft>
              <a:buSzPts val="2200"/>
              <a:buChar char="•"/>
            </a:pPr>
            <a:r>
              <a:rPr lang="zh-TW" sz="1800"/>
              <a:t>不是框架，但用於增強 JavaScript 的靜態類型檢查。</a:t>
            </a:r>
            <a:endParaRPr sz="1800"/>
          </a:p>
          <a:p>
            <a:pPr indent="-368300" lvl="1" marL="914400" rtl="0" algn="l">
              <a:lnSpc>
                <a:spcPct val="120000"/>
              </a:lnSpc>
              <a:spcBef>
                <a:spcPts val="0"/>
              </a:spcBef>
              <a:spcAft>
                <a:spcPts val="0"/>
              </a:spcAft>
              <a:buSzPts val="2200"/>
              <a:buChar char="–"/>
            </a:pPr>
            <a:r>
              <a:rPr lang="zh-TW" sz="1800"/>
              <a:t>NativeScript</a:t>
            </a:r>
            <a:endParaRPr sz="1800"/>
          </a:p>
          <a:p>
            <a:pPr indent="-368300" lvl="2" marL="1371600" rtl="0" algn="l">
              <a:lnSpc>
                <a:spcPct val="120000"/>
              </a:lnSpc>
              <a:spcBef>
                <a:spcPts val="0"/>
              </a:spcBef>
              <a:spcAft>
                <a:spcPts val="0"/>
              </a:spcAft>
              <a:buSzPts val="2200"/>
              <a:buChar char="•"/>
            </a:pPr>
            <a:r>
              <a:rPr lang="zh-TW" sz="1800"/>
              <a:t>用於開發原生應用，支持多平台。</a:t>
            </a:r>
            <a:endParaRPr sz="1800"/>
          </a:p>
        </p:txBody>
      </p:sp>
      <p:sp>
        <p:nvSpPr>
          <p:cNvPr id="277" name="Google Shape;277;p22"/>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3000"/>
              <a:buFont typeface="Arial"/>
              <a:buNone/>
            </a:pPr>
            <a:r>
              <a:rPr lang="zh-TW" sz="3200">
                <a:solidFill>
                  <a:schemeClr val="lt1"/>
                </a:solidFill>
              </a:rPr>
              <a:t>框架與工具支援</a:t>
            </a:r>
            <a:endParaRPr sz="32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3"/>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20000"/>
              </a:lnSpc>
              <a:spcBef>
                <a:spcPts val="0"/>
              </a:spcBef>
              <a:spcAft>
                <a:spcPts val="0"/>
              </a:spcAft>
              <a:buClr>
                <a:schemeClr val="dk1"/>
              </a:buClr>
              <a:buSzPts val="2200"/>
              <a:buFont typeface="Nunito"/>
              <a:buChar char="•"/>
            </a:pPr>
            <a:r>
              <a:rPr lang="zh-TW"/>
              <a:t>動畫和多媒體工具</a:t>
            </a:r>
            <a:endParaRPr/>
          </a:p>
          <a:p>
            <a:pPr indent="-368300" lvl="1" marL="914400" rtl="0" algn="l">
              <a:lnSpc>
                <a:spcPct val="120000"/>
              </a:lnSpc>
              <a:spcBef>
                <a:spcPts val="0"/>
              </a:spcBef>
              <a:spcAft>
                <a:spcPts val="0"/>
              </a:spcAft>
              <a:buSzPts val="2200"/>
              <a:buChar char="–"/>
            </a:pPr>
            <a:r>
              <a:rPr lang="zh-TW" sz="1800"/>
              <a:t>Remotion</a:t>
            </a:r>
            <a:endParaRPr sz="1800"/>
          </a:p>
          <a:p>
            <a:pPr indent="-368300" lvl="2" marL="1371600" rtl="0" algn="l">
              <a:lnSpc>
                <a:spcPct val="120000"/>
              </a:lnSpc>
              <a:spcBef>
                <a:spcPts val="0"/>
              </a:spcBef>
              <a:spcAft>
                <a:spcPts val="0"/>
              </a:spcAft>
              <a:buSzPts val="2200"/>
              <a:buChar char="•"/>
            </a:pPr>
            <a:r>
              <a:rPr lang="zh-TW" sz="1800"/>
              <a:t>用於生成基於 React 的影片動畫。</a:t>
            </a:r>
            <a:endParaRPr sz="1800"/>
          </a:p>
        </p:txBody>
      </p:sp>
      <p:sp>
        <p:nvSpPr>
          <p:cNvPr id="283" name="Google Shape;283;p23"/>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3000"/>
              <a:buFont typeface="Arial"/>
              <a:buNone/>
            </a:pPr>
            <a:r>
              <a:rPr lang="zh-TW" sz="3200">
                <a:solidFill>
                  <a:schemeClr val="lt1"/>
                </a:solidFill>
              </a:rPr>
              <a:t>框架與工具支援</a:t>
            </a:r>
            <a:endParaRPr sz="3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31be4d2b33_0_1"/>
          <p:cNvSpPr txBox="1"/>
          <p:nvPr/>
        </p:nvSpPr>
        <p:spPr>
          <a:xfrm>
            <a:off x="-1" y="2819903"/>
            <a:ext cx="12192000" cy="708000"/>
          </a:xfrm>
          <a:prstGeom prst="rect">
            <a:avLst/>
          </a:prstGeom>
          <a:noFill/>
          <a:ln>
            <a:noFill/>
          </a:ln>
        </p:spPr>
        <p:txBody>
          <a:bodyPr anchorCtr="1" anchor="ctr" bIns="45700" lIns="91425" spcFirstLastPara="1" rIns="91425" wrap="square" tIns="45700">
            <a:spAutoFit/>
          </a:bodyPr>
          <a:lstStyle/>
          <a:p>
            <a:pPr indent="0" lvl="0" marL="0" marR="0" rtl="0" algn="ctr">
              <a:spcBef>
                <a:spcPts val="0"/>
              </a:spcBef>
              <a:spcAft>
                <a:spcPts val="0"/>
              </a:spcAft>
              <a:buNone/>
            </a:pPr>
            <a:r>
              <a:rPr lang="zh-TW" sz="4000">
                <a:solidFill>
                  <a:schemeClr val="dk1"/>
                </a:solidFill>
              </a:rPr>
              <a:t>結論</a:t>
            </a:r>
            <a:endParaRPr sz="40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31cdfcc3a6_0_54"/>
          <p:cNvSpPr txBox="1"/>
          <p:nvPr>
            <p:ph idx="1" type="body"/>
          </p:nvPr>
        </p:nvSpPr>
        <p:spPr>
          <a:xfrm>
            <a:off x="527381" y="1124744"/>
            <a:ext cx="11041200" cy="5040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zh-TW"/>
              <a:t>AI 自動生成加速開發，但仍需人為調整</a:t>
            </a:r>
            <a:endParaRPr/>
          </a:p>
          <a:p>
            <a:pPr indent="-368300" lvl="1" marL="914400" rtl="0" algn="l">
              <a:spcBef>
                <a:spcPts val="0"/>
              </a:spcBef>
              <a:spcAft>
                <a:spcPts val="0"/>
              </a:spcAft>
              <a:buSzPts val="2200"/>
              <a:buChar char="–"/>
            </a:pPr>
            <a:r>
              <a:rPr lang="zh-TW"/>
              <a:t>雖然 AI 可大幅縮短開發時間，但設計出精準的 Prompt 仍是成效的關鍵。</a:t>
            </a:r>
            <a:endParaRPr/>
          </a:p>
          <a:p>
            <a:pPr indent="-368300" lvl="0" marL="457200" rtl="0" algn="l">
              <a:spcBef>
                <a:spcPts val="0"/>
              </a:spcBef>
              <a:spcAft>
                <a:spcPts val="0"/>
              </a:spcAft>
              <a:buSzPts val="2200"/>
              <a:buChar char="•"/>
            </a:pPr>
            <a:r>
              <a:rPr lang="zh-TW"/>
              <a:t>設計一致性不再是難題，但創意仍需人類參與</a:t>
            </a:r>
            <a:endParaRPr/>
          </a:p>
          <a:p>
            <a:pPr indent="-368300" lvl="1" marL="914400" rtl="0" algn="l">
              <a:spcBef>
                <a:spcPts val="0"/>
              </a:spcBef>
              <a:spcAft>
                <a:spcPts val="0"/>
              </a:spcAft>
              <a:buSzPts val="2200"/>
              <a:buChar char="–"/>
            </a:pPr>
            <a:r>
              <a:rPr lang="zh-TW"/>
              <a:t>AI 確保了視覺一致性，但獨特的設計創意仍需開發者的參與與調整。</a:t>
            </a:r>
            <a:endParaRPr/>
          </a:p>
          <a:p>
            <a:pPr indent="-368300" lvl="0" marL="457200" rtl="0" algn="l">
              <a:spcBef>
                <a:spcPts val="0"/>
              </a:spcBef>
              <a:spcAft>
                <a:spcPts val="0"/>
              </a:spcAft>
              <a:buSzPts val="2200"/>
              <a:buChar char="•"/>
            </a:pPr>
            <a:r>
              <a:rPr lang="zh-TW"/>
              <a:t>開發門檻降低，但基礎程式能力仍重要</a:t>
            </a:r>
            <a:endParaRPr/>
          </a:p>
          <a:p>
            <a:pPr indent="-368300" lvl="1" marL="914400" rtl="0" algn="l">
              <a:spcBef>
                <a:spcPts val="0"/>
              </a:spcBef>
              <a:spcAft>
                <a:spcPts val="0"/>
              </a:spcAft>
              <a:buSzPts val="2200"/>
              <a:buChar char="–"/>
            </a:pPr>
            <a:r>
              <a:rPr lang="zh-TW"/>
              <a:t>即使 AI 簡化了流程，理解程式碼結構有助於快速修改與優化。</a:t>
            </a:r>
            <a:endParaRPr/>
          </a:p>
          <a:p>
            <a:pPr indent="-368300" lvl="0" marL="457200" rtl="0" algn="l">
              <a:spcBef>
                <a:spcPts val="0"/>
              </a:spcBef>
              <a:spcAft>
                <a:spcPts val="0"/>
              </a:spcAft>
              <a:buSzPts val="2200"/>
              <a:buChar char="•"/>
            </a:pPr>
            <a:r>
              <a:rPr lang="zh-TW"/>
              <a:t>時間的重點轉移：從寫程式到設計需求</a:t>
            </a:r>
            <a:endParaRPr/>
          </a:p>
          <a:p>
            <a:pPr indent="-368300" lvl="1" marL="914400" rtl="0" algn="l">
              <a:spcBef>
                <a:spcPts val="0"/>
              </a:spcBef>
              <a:spcAft>
                <a:spcPts val="0"/>
              </a:spcAft>
              <a:buSzPts val="2200"/>
              <a:buChar char="–"/>
            </a:pPr>
            <a:r>
              <a:rPr lang="zh-TW"/>
              <a:t>使用 AI 後，開發者的心力更多地放在需求設計與流程規劃，而非單純的程式撰寫。</a:t>
            </a:r>
            <a:endParaRPr/>
          </a:p>
          <a:p>
            <a:pPr indent="-368300" lvl="0" marL="457200" rtl="0" algn="l">
              <a:spcBef>
                <a:spcPts val="0"/>
              </a:spcBef>
              <a:spcAft>
                <a:spcPts val="0"/>
              </a:spcAft>
              <a:buSzPts val="2200"/>
              <a:buChar char="•"/>
            </a:pPr>
            <a:r>
              <a:rPr lang="zh-TW"/>
              <a:t>協作流程優化，但溝通仍是關鍵</a:t>
            </a:r>
            <a:endParaRPr/>
          </a:p>
          <a:p>
            <a:pPr indent="-368300" lvl="1" marL="914400" rtl="0" algn="l">
              <a:spcBef>
                <a:spcPts val="0"/>
              </a:spcBef>
              <a:spcAft>
                <a:spcPts val="0"/>
              </a:spcAft>
              <a:buSzPts val="2200"/>
              <a:buChar char="–"/>
            </a:pPr>
            <a:r>
              <a:rPr lang="zh-TW"/>
              <a:t>結合 bolt.new 與 GitHub 簡化了團隊合作，但有效的需求溝通仍是成功的核心。</a:t>
            </a:r>
            <a:endParaRPr/>
          </a:p>
        </p:txBody>
      </p:sp>
      <p:sp>
        <p:nvSpPr>
          <p:cNvPr id="294" name="Google Shape;294;g331cdfcc3a6_0_54"/>
          <p:cNvSpPr txBox="1"/>
          <p:nvPr>
            <p:ph type="title"/>
          </p:nvPr>
        </p:nvSpPr>
        <p:spPr>
          <a:xfrm>
            <a:off x="-75" y="0"/>
            <a:ext cx="12192000" cy="93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SzPts val="1100"/>
              <a:buNone/>
            </a:pPr>
            <a:r>
              <a:rPr lang="zh-TW" sz="3200">
                <a:solidFill>
                  <a:schemeClr val="lt1"/>
                </a:solidFill>
              </a:rPr>
              <a:t>結論</a:t>
            </a:r>
            <a:endParaRPr sz="3200">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31cdfcc3a6_0_50"/>
          <p:cNvSpPr txBox="1"/>
          <p:nvPr/>
        </p:nvSpPr>
        <p:spPr>
          <a:xfrm>
            <a:off x="-1" y="2819903"/>
            <a:ext cx="12192000" cy="708000"/>
          </a:xfrm>
          <a:prstGeom prst="rect">
            <a:avLst/>
          </a:prstGeom>
          <a:noFill/>
          <a:ln>
            <a:noFill/>
          </a:ln>
        </p:spPr>
        <p:txBody>
          <a:bodyPr anchorCtr="1" anchor="ctr" bIns="45700" lIns="91425" spcFirstLastPara="1" rIns="91425" wrap="square" tIns="45700">
            <a:spAutoFit/>
          </a:bodyPr>
          <a:lstStyle/>
          <a:p>
            <a:pPr indent="0" lvl="0" marL="0" marR="0" rtl="0" algn="ctr">
              <a:spcBef>
                <a:spcPts val="0"/>
              </a:spcBef>
              <a:spcAft>
                <a:spcPts val="0"/>
              </a:spcAft>
              <a:buNone/>
            </a:pPr>
            <a:r>
              <a:rPr lang="zh-TW" sz="4000">
                <a:solidFill>
                  <a:schemeClr val="dk1"/>
                </a:solidFill>
              </a:rPr>
              <a:t>Thank you!</a:t>
            </a:r>
            <a:endParaRPr sz="40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Gemtek-Front">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Gemtek-Front - Title, Bullets &amp; Photo">
  <a:themeElements>
    <a:clrScheme name="自訂 2">
      <a:dk1>
        <a:srgbClr val="000000"/>
      </a:dk1>
      <a:lt1>
        <a:srgbClr val="FFFFFF"/>
      </a:lt1>
      <a:dk2>
        <a:srgbClr val="A7A7A7"/>
      </a:dk2>
      <a:lt2>
        <a:srgbClr val="535353"/>
      </a:lt2>
      <a:accent1>
        <a:srgbClr val="65A7E3"/>
      </a:accent1>
      <a:accent2>
        <a:srgbClr val="65A85F"/>
      </a:accent2>
      <a:accent3>
        <a:srgbClr val="F5B257"/>
      </a:accent3>
      <a:accent4>
        <a:srgbClr val="E25527"/>
      </a:accent4>
      <a:accent5>
        <a:srgbClr val="6A61AB"/>
      </a:accent5>
      <a:accent6>
        <a:srgbClr val="A9A8AA"/>
      </a:accent6>
      <a:hlink>
        <a:srgbClr val="3C78DB"/>
      </a:hlink>
      <a:folHlink>
        <a:srgbClr val="3C78D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2025-01-06T05:18:56Z</dcterms:created>
  <dc:creator>吳冠和 Paul Wu</dc:creator>
</cp:coreProperties>
</file>